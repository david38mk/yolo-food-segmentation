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sldSz cx="9144000" cy="5143500" type="screen16x9"/>
  <p:notesSz cx="6858000" cy="9144000"/>
  <p:embeddedFontLst>
    <p:embeddedFont>
      <p:font typeface="Anaheim" panose="020B0604020202020204" charset="0"/>
      <p:regular r:id="rId120"/>
      <p:bold r:id="rId121"/>
    </p:embeddedFont>
    <p:embeddedFont>
      <p:font typeface="Bebas Neue" panose="020B0606020202050201" pitchFamily="34" charset="0"/>
      <p:regular r:id="rId122"/>
    </p:embeddedFont>
    <p:embeddedFont>
      <p:font typeface="DM Sans" pitchFamily="2" charset="0"/>
      <p:regular r:id="rId123"/>
      <p:bold r:id="rId124"/>
      <p:italic r:id="rId125"/>
      <p:boldItalic r:id="rId126"/>
    </p:embeddedFont>
    <p:embeddedFont>
      <p:font typeface="Nunito Light" pitchFamily="2" charset="-52"/>
      <p:regular r:id="rId127"/>
    </p:embeddedFont>
    <p:embeddedFont>
      <p:font typeface="Outfit" panose="020B0604020202020204" charset="0"/>
      <p:regular r:id="rId128"/>
      <p:bold r:id="rId129"/>
    </p:embeddedFont>
    <p:embeddedFont>
      <p:font typeface="Outfit ExtraBold" panose="020B0604020202020204" charset="0"/>
      <p:bold r:id="rId1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2" roundtripDataSignature="AMtx7miMMjaGE0TmlTl3i19yFb6XhYVB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4.fntdata"/><Relationship Id="rId128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5.fntdata"/><Relationship Id="rId129" Type="http://schemas.openxmlformats.org/officeDocument/2006/relationships/font" Target="fonts/font10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1.fntdata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.fntdata"/><Relationship Id="rId125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customschemas.google.com/relationships/presentationmetadata" Target="meta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b6c17f2ea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2" name="Google Shape;742;g3b6c17f2ea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4" name="Google Shape;8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1" name="Google Shape;8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b80fd697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g3b80fd697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b80fd697f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3" name="Google Shape;863;g3b80fd697f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b80fd697f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g3b80fd697f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b8d30f3e6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b8d30f3e6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b8d30f3e6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b8d30f3e6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b80fd697f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0" name="Google Shape;890;g3b80fd697f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b8d30f3e6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b8d30f3e6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8d30f3e6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b8d30f3e6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b80fd697f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9" name="Google Shape;909;g3b80fd697f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b80fd697f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g3b80fd697f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b8d30f3e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b8d30f3e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9" name="Google Shape;9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6" name="Google Shape;9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2" name="Google Shape;10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7" name="Google Shape;100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b8d5af71a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2" name="Google Shape;1012;g3b8d5af71a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b8d5af71a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7" name="Google Shape;1017;g3b8d5af71a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b8d5af71a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g3b8d5af71a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8d5af71a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7" name="Google Shape;1027;g3b8d5af71a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b8d5af71a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2" name="Google Shape;1032;g3b8d5af71a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b8d5af71a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7" name="Google Shape;1037;g3b8d5af71a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b8d5af71a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2" name="Google Shape;1042;g3b8d5af71a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b8d5af71a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7" name="Google Shape;1047;g3b8d5af71a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8d5af71a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2" name="Google Shape;1052;g3b8d5af71a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b8d5af71a1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7" name="Google Shape;1057;g3b8d5af71a1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2" name="Google Shape;10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8d5af71a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7" name="Google Shape;1067;g3b8d5af71a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ac3b342a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2" name="Google Shape;1072;g3bac3b342a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bac3b342a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g3bac3b342a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bac3b342a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2" name="Google Shape;1082;g3bac3b342a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bac3b342a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7" name="Google Shape;1087;g3bac3b342a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bac3b342a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2" name="Google Shape;1092;g3bac3b342a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bac3b342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7" name="Google Shape;1097;g3bac3b342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bac3b342a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2" name="Google Shape;1102;g3bac3b342a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bac3b342a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7" name="Google Shape;1107;g3bac3b342a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bac3b342a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2" name="Google Shape;1112;g3bac3b342a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b8fa048c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7" name="Google Shape;1117;g3b8fa048c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2" name="Google Shape;112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b8d5af71a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7" name="Google Shape;1127;g3b8d5af71a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bac3b342a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3bac3b342a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bac3b342a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7" name="Google Shape;1137;g3bac3b342a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bac3b342a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2" name="Google Shape;1142;g3bac3b342a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bac3b342a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7" name="Google Shape;1147;g3bac3b342a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bac3b342a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3" name="Google Shape;1153;g3bac3b342a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bac3b342a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g3bac3b342a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bac3b342a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g3bac3b342a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bac3b342a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8" name="Google Shape;1168;g3bac3b342a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bac3b342a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3" name="Google Shape;1173;g3bac3b342a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bac3b342a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8" name="Google Shape;1178;g3bac3b342a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3" name="Google Shape;11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bac3b342a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g3bac3b342a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bac3b342a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8" name="Google Shape;1198;g3bac3b342a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bac3b342a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3" name="Google Shape;1203;g3bac3b342ae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bac3b342a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8" name="Google Shape;1208;g3bac3b342a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bac3b342ae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3" name="Google Shape;1213;g3bac3b342ae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bac3b342a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8" name="Google Shape;1218;g3bac3b342a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bac3b342ae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3" name="Google Shape;1223;g3bac3b342ae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bac3b342ae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8" name="Google Shape;1228;g3bac3b342ae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bac3b342a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3" name="Google Shape;1233;g3bac3b342a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b8fa048c5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8" name="Google Shape;1238;g3b8fa048c5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3" name="Google Shape;1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b8d5af71a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8" name="Google Shape;1248;g3b8d5af71a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bac3b342a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3" name="Google Shape;1253;g3bac3b342a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ac3b342a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8" name="Google Shape;1258;g3bac3b342ae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bac3b342a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3" name="Google Shape;1263;g3bac3b342a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bac3b342a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8" name="Google Shape;1268;g3bac3b342a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bac3b342a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3" name="Google Shape;1273;g3bac3b342ae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bac3b342ae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8" name="Google Shape;1278;g3bac3b342ae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bac3b342ae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3" name="Google Shape;1283;g3bac3b342ae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bac3b342ae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8" name="Google Shape;1288;g3bac3b342ae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bac3b342ae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3" name="Google Shape;1293;g3bac3b342ae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bac3b342ae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8" name="Google Shape;1298;g3bac3b342ae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3" name="Google Shape;13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8" name="Google Shape;130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bac3b342a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3" name="Google Shape;1313;g3bac3b342a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bac3b342ae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8" name="Google Shape;1318;g3bac3b342ae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bac3b342a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3" name="Google Shape;1323;g3bac3b342a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bac3b342a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8" name="Google Shape;1328;g3bac3b342ae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bac3b342a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3" name="Google Shape;1333;g3bac3b342a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bac3b342a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8" name="Google Shape;1338;g3bac3b342a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bac3b342ae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3" name="Google Shape;1343;g3bac3b342ae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bac3b342ae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g3bac3b342ae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bac3b342ae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3" name="Google Shape;1353;g3bac3b342ae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b8fa048c5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8" name="Google Shape;1358;g3b8fa048c5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b62e03cb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3" name="Google Shape;1363;g3b62e03cb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0" name="Google Shape;137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b69b6c9aee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6" name="Google Shape;1376;g3b69b6c9aee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b69b6c9aee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3" name="Google Shape;1383;g3b69b6c9aee_2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b69b6c9aee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0" name="Google Shape;1390;g3b69b6c9aee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b69b6c9aee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7" name="Google Shape;1397;g3b69b6c9aee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b69b6c9ae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5" name="Google Shape;1405;g3b69b6c9ae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b69b6c9a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1" name="Google Shape;1411;g3b69b6c9ae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b69b6c9ae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7" name="Google Shape;1417;g3b69b6c9ae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b69b6c9ae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3" name="Google Shape;1423;g3b69b6c9ae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b69b6c9aee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3b69b6c9aee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b69b6c9aee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b69b6c9aee_2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b69b6c9ae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3" name="Google Shape;1443;g3b69b6c9ae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b69b6c9ae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9" name="Google Shape;1449;g3b69b6c9ae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b69b6c9ae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5" name="Google Shape;1455;g3b69b6c9ae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b69b6c9aee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3b69b6c9aee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b69b6c9ae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6" name="Google Shape;1466;g3b69b6c9ae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b69b6c9ae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2" name="Google Shape;1472;g3b69b6c9ae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8" name="Google Shape;147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3b69b6c9ae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4" name="Google Shape;1544;g3b69b6c9ae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b69b6c9ae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0" name="Google Shape;1550;g3b69b6c9ae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0"/>
          <p:cNvSpPr txBox="1">
            <a:spLocks noGrp="1"/>
          </p:cNvSpPr>
          <p:nvPr>
            <p:ph type="ctrTitle"/>
          </p:nvPr>
        </p:nvSpPr>
        <p:spPr>
          <a:xfrm>
            <a:off x="1307925" y="1429125"/>
            <a:ext cx="6528000" cy="19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40"/>
          <p:cNvSpPr txBox="1">
            <a:spLocks noGrp="1"/>
          </p:cNvSpPr>
          <p:nvPr>
            <p:ph type="subTitle" idx="1"/>
          </p:nvPr>
        </p:nvSpPr>
        <p:spPr>
          <a:xfrm>
            <a:off x="2307600" y="338782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subTitle" idx="2"/>
          </p:nvPr>
        </p:nvSpPr>
        <p:spPr>
          <a:xfrm>
            <a:off x="7081025" y="608550"/>
            <a:ext cx="2505600" cy="55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utfit"/>
              <a:buNone/>
              <a:defRPr sz="2400" b="1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2" name="Google Shape;12;p40"/>
          <p:cNvSpPr/>
          <p:nvPr/>
        </p:nvSpPr>
        <p:spPr>
          <a:xfrm>
            <a:off x="7726000" y="-149601"/>
            <a:ext cx="1592086" cy="1276695"/>
          </a:xfrm>
          <a:custGeom>
            <a:avLst/>
            <a:gdLst/>
            <a:ahLst/>
            <a:cxnLst/>
            <a:rect l="l" t="t" r="r" b="b"/>
            <a:pathLst>
              <a:path w="27668" h="22187" extrusionOk="0">
                <a:moveTo>
                  <a:pt x="25559" y="0"/>
                </a:moveTo>
                <a:cubicBezTo>
                  <a:pt x="25559" y="0"/>
                  <a:pt x="18257" y="533"/>
                  <a:pt x="15926" y="611"/>
                </a:cubicBezTo>
                <a:cubicBezTo>
                  <a:pt x="14073" y="689"/>
                  <a:pt x="12197" y="777"/>
                  <a:pt x="10333" y="933"/>
                </a:cubicBezTo>
                <a:cubicBezTo>
                  <a:pt x="8468" y="1088"/>
                  <a:pt x="6581" y="1221"/>
                  <a:pt x="4717" y="1488"/>
                </a:cubicBezTo>
                <a:cubicBezTo>
                  <a:pt x="3130" y="1687"/>
                  <a:pt x="1443" y="2165"/>
                  <a:pt x="566" y="3596"/>
                </a:cubicBezTo>
                <a:cubicBezTo>
                  <a:pt x="178" y="4218"/>
                  <a:pt x="0" y="5028"/>
                  <a:pt x="267" y="5749"/>
                </a:cubicBezTo>
                <a:cubicBezTo>
                  <a:pt x="511" y="6426"/>
                  <a:pt x="1155" y="6792"/>
                  <a:pt x="1843" y="6881"/>
                </a:cubicBezTo>
                <a:cubicBezTo>
                  <a:pt x="2034" y="6909"/>
                  <a:pt x="2227" y="6920"/>
                  <a:pt x="2422" y="6920"/>
                </a:cubicBezTo>
                <a:cubicBezTo>
                  <a:pt x="3016" y="6920"/>
                  <a:pt x="3621" y="6815"/>
                  <a:pt x="4207" y="6748"/>
                </a:cubicBezTo>
                <a:cubicBezTo>
                  <a:pt x="5105" y="6626"/>
                  <a:pt x="6004" y="6471"/>
                  <a:pt x="6903" y="6282"/>
                </a:cubicBezTo>
                <a:cubicBezTo>
                  <a:pt x="8657" y="5938"/>
                  <a:pt x="10388" y="5483"/>
                  <a:pt x="12086" y="4895"/>
                </a:cubicBezTo>
                <a:cubicBezTo>
                  <a:pt x="13806" y="4318"/>
                  <a:pt x="22474" y="888"/>
                  <a:pt x="22785" y="888"/>
                </a:cubicBezTo>
                <a:cubicBezTo>
                  <a:pt x="20121" y="2575"/>
                  <a:pt x="17446" y="4251"/>
                  <a:pt x="14761" y="5871"/>
                </a:cubicBezTo>
                <a:cubicBezTo>
                  <a:pt x="10910" y="8202"/>
                  <a:pt x="6981" y="10399"/>
                  <a:pt x="2964" y="12419"/>
                </a:cubicBezTo>
                <a:cubicBezTo>
                  <a:pt x="2497" y="12652"/>
                  <a:pt x="2020" y="12874"/>
                  <a:pt x="1565" y="13129"/>
                </a:cubicBezTo>
                <a:cubicBezTo>
                  <a:pt x="1210" y="13318"/>
                  <a:pt x="833" y="13562"/>
                  <a:pt x="633" y="13928"/>
                </a:cubicBezTo>
                <a:cubicBezTo>
                  <a:pt x="211" y="14727"/>
                  <a:pt x="788" y="15715"/>
                  <a:pt x="1232" y="16359"/>
                </a:cubicBezTo>
                <a:cubicBezTo>
                  <a:pt x="2287" y="17857"/>
                  <a:pt x="3985" y="18667"/>
                  <a:pt x="5771" y="18678"/>
                </a:cubicBezTo>
                <a:cubicBezTo>
                  <a:pt x="5798" y="18679"/>
                  <a:pt x="5825" y="18679"/>
                  <a:pt x="5851" y="18679"/>
                </a:cubicBezTo>
                <a:cubicBezTo>
                  <a:pt x="9970" y="18679"/>
                  <a:pt x="12846" y="15275"/>
                  <a:pt x="15360" y="12452"/>
                </a:cubicBezTo>
                <a:cubicBezTo>
                  <a:pt x="18046" y="9423"/>
                  <a:pt x="20765" y="6404"/>
                  <a:pt x="23428" y="3352"/>
                </a:cubicBezTo>
                <a:lnTo>
                  <a:pt x="23428" y="3352"/>
                </a:lnTo>
                <a:cubicBezTo>
                  <a:pt x="22674" y="4828"/>
                  <a:pt x="21908" y="6326"/>
                  <a:pt x="21142" y="7813"/>
                </a:cubicBezTo>
                <a:cubicBezTo>
                  <a:pt x="20188" y="9689"/>
                  <a:pt x="19200" y="11542"/>
                  <a:pt x="18245" y="13407"/>
                </a:cubicBezTo>
                <a:cubicBezTo>
                  <a:pt x="17291" y="15260"/>
                  <a:pt x="16270" y="17091"/>
                  <a:pt x="15282" y="18945"/>
                </a:cubicBezTo>
                <a:cubicBezTo>
                  <a:pt x="15083" y="19311"/>
                  <a:pt x="14916" y="19721"/>
                  <a:pt x="14927" y="20154"/>
                </a:cubicBezTo>
                <a:cubicBezTo>
                  <a:pt x="14938" y="20543"/>
                  <a:pt x="15094" y="20920"/>
                  <a:pt x="15327" y="21231"/>
                </a:cubicBezTo>
                <a:cubicBezTo>
                  <a:pt x="15826" y="21886"/>
                  <a:pt x="16636" y="22163"/>
                  <a:pt x="17435" y="22185"/>
                </a:cubicBezTo>
                <a:cubicBezTo>
                  <a:pt x="17475" y="22186"/>
                  <a:pt x="17515" y="22187"/>
                  <a:pt x="17554" y="22187"/>
                </a:cubicBezTo>
                <a:cubicBezTo>
                  <a:pt x="19374" y="22187"/>
                  <a:pt x="21072" y="21196"/>
                  <a:pt x="22463" y="20110"/>
                </a:cubicBezTo>
                <a:cubicBezTo>
                  <a:pt x="23928" y="18956"/>
                  <a:pt x="25348" y="17624"/>
                  <a:pt x="26314" y="16015"/>
                </a:cubicBezTo>
                <a:cubicBezTo>
                  <a:pt x="27235" y="14483"/>
                  <a:pt x="27579" y="12719"/>
                  <a:pt x="27623" y="10965"/>
                </a:cubicBezTo>
                <a:cubicBezTo>
                  <a:pt x="27668" y="9101"/>
                  <a:pt x="27446" y="7214"/>
                  <a:pt x="27068" y="5383"/>
                </a:cubicBezTo>
                <a:cubicBezTo>
                  <a:pt x="26480" y="2464"/>
                  <a:pt x="25581" y="56"/>
                  <a:pt x="255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0"/>
          <p:cNvSpPr/>
          <p:nvPr/>
        </p:nvSpPr>
        <p:spPr>
          <a:xfrm>
            <a:off x="-78375" y="0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0"/>
          <p:cNvSpPr/>
          <p:nvPr/>
        </p:nvSpPr>
        <p:spPr>
          <a:xfrm>
            <a:off x="-1163225" y="4179452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p40"/>
          <p:cNvGrpSpPr/>
          <p:nvPr/>
        </p:nvGrpSpPr>
        <p:grpSpPr>
          <a:xfrm>
            <a:off x="7687500" y="4179450"/>
            <a:ext cx="1050975" cy="1154151"/>
            <a:chOff x="7946500" y="4129225"/>
            <a:chExt cx="1050975" cy="1154151"/>
          </a:xfrm>
        </p:grpSpPr>
        <p:sp>
          <p:nvSpPr>
            <p:cNvPr id="16" name="Google Shape;16;p40"/>
            <p:cNvSpPr/>
            <p:nvPr/>
          </p:nvSpPr>
          <p:spPr>
            <a:xfrm>
              <a:off x="8204419" y="4340825"/>
              <a:ext cx="327565" cy="402101"/>
            </a:xfrm>
            <a:custGeom>
              <a:avLst/>
              <a:gdLst/>
              <a:ahLst/>
              <a:cxnLst/>
              <a:rect l="l" t="t" r="r" b="b"/>
              <a:pathLst>
                <a:path w="3819" h="4688" extrusionOk="0">
                  <a:moveTo>
                    <a:pt x="1191" y="0"/>
                  </a:moveTo>
                  <a:cubicBezTo>
                    <a:pt x="733" y="0"/>
                    <a:pt x="406" y="424"/>
                    <a:pt x="278" y="855"/>
                  </a:cubicBezTo>
                  <a:cubicBezTo>
                    <a:pt x="1" y="1910"/>
                    <a:pt x="489" y="3019"/>
                    <a:pt x="1089" y="3874"/>
                  </a:cubicBezTo>
                  <a:cubicBezTo>
                    <a:pt x="1384" y="4296"/>
                    <a:pt x="1799" y="4687"/>
                    <a:pt x="2344" y="4687"/>
                  </a:cubicBezTo>
                  <a:cubicBezTo>
                    <a:pt x="2373" y="4687"/>
                    <a:pt x="2402" y="4686"/>
                    <a:pt x="2431" y="4684"/>
                  </a:cubicBezTo>
                  <a:cubicBezTo>
                    <a:pt x="2576" y="4673"/>
                    <a:pt x="2676" y="4651"/>
                    <a:pt x="2798" y="4584"/>
                  </a:cubicBezTo>
                  <a:cubicBezTo>
                    <a:pt x="2975" y="4551"/>
                    <a:pt x="3142" y="4451"/>
                    <a:pt x="3253" y="4307"/>
                  </a:cubicBezTo>
                  <a:cubicBezTo>
                    <a:pt x="3819" y="3929"/>
                    <a:pt x="3652" y="3241"/>
                    <a:pt x="3353" y="2687"/>
                  </a:cubicBezTo>
                  <a:cubicBezTo>
                    <a:pt x="3319" y="2609"/>
                    <a:pt x="3297" y="2542"/>
                    <a:pt x="3264" y="2453"/>
                  </a:cubicBezTo>
                  <a:cubicBezTo>
                    <a:pt x="3075" y="1954"/>
                    <a:pt x="2798" y="1510"/>
                    <a:pt x="2476" y="1077"/>
                  </a:cubicBezTo>
                  <a:cubicBezTo>
                    <a:pt x="2198" y="689"/>
                    <a:pt x="1877" y="167"/>
                    <a:pt x="1377" y="23"/>
                  </a:cubicBezTo>
                  <a:cubicBezTo>
                    <a:pt x="1313" y="8"/>
                    <a:pt x="1251" y="0"/>
                    <a:pt x="1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40"/>
            <p:cNvSpPr/>
            <p:nvPr/>
          </p:nvSpPr>
          <p:spPr>
            <a:xfrm>
              <a:off x="8175942" y="4876472"/>
              <a:ext cx="327479" cy="402359"/>
            </a:xfrm>
            <a:custGeom>
              <a:avLst/>
              <a:gdLst/>
              <a:ahLst/>
              <a:cxnLst/>
              <a:rect l="l" t="t" r="r" b="b"/>
              <a:pathLst>
                <a:path w="3818" h="4691" extrusionOk="0">
                  <a:moveTo>
                    <a:pt x="1181" y="0"/>
                  </a:moveTo>
                  <a:cubicBezTo>
                    <a:pt x="728" y="0"/>
                    <a:pt x="404" y="429"/>
                    <a:pt x="277" y="858"/>
                  </a:cubicBezTo>
                  <a:cubicBezTo>
                    <a:pt x="0" y="1913"/>
                    <a:pt x="488" y="3023"/>
                    <a:pt x="1088" y="3866"/>
                  </a:cubicBezTo>
                  <a:cubicBezTo>
                    <a:pt x="1383" y="4288"/>
                    <a:pt x="1809" y="4690"/>
                    <a:pt x="2347" y="4690"/>
                  </a:cubicBezTo>
                  <a:cubicBezTo>
                    <a:pt x="2375" y="4690"/>
                    <a:pt x="2402" y="4689"/>
                    <a:pt x="2430" y="4687"/>
                  </a:cubicBezTo>
                  <a:cubicBezTo>
                    <a:pt x="2575" y="4665"/>
                    <a:pt x="2686" y="4643"/>
                    <a:pt x="2797" y="4587"/>
                  </a:cubicBezTo>
                  <a:cubicBezTo>
                    <a:pt x="2974" y="4543"/>
                    <a:pt x="3141" y="4443"/>
                    <a:pt x="3252" y="4310"/>
                  </a:cubicBezTo>
                  <a:cubicBezTo>
                    <a:pt x="3818" y="3922"/>
                    <a:pt x="3651" y="3245"/>
                    <a:pt x="3352" y="2690"/>
                  </a:cubicBezTo>
                  <a:cubicBezTo>
                    <a:pt x="3318" y="2601"/>
                    <a:pt x="3296" y="2534"/>
                    <a:pt x="3263" y="2445"/>
                  </a:cubicBezTo>
                  <a:cubicBezTo>
                    <a:pt x="3074" y="1946"/>
                    <a:pt x="2797" y="1513"/>
                    <a:pt x="2475" y="1080"/>
                  </a:cubicBezTo>
                  <a:cubicBezTo>
                    <a:pt x="2197" y="692"/>
                    <a:pt x="1876" y="159"/>
                    <a:pt x="1376" y="26"/>
                  </a:cubicBezTo>
                  <a:cubicBezTo>
                    <a:pt x="1309" y="9"/>
                    <a:pt x="1244" y="0"/>
                    <a:pt x="11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0"/>
            <p:cNvSpPr/>
            <p:nvPr/>
          </p:nvSpPr>
          <p:spPr>
            <a:xfrm>
              <a:off x="8593828" y="4954782"/>
              <a:ext cx="266581" cy="328594"/>
            </a:xfrm>
            <a:custGeom>
              <a:avLst/>
              <a:gdLst/>
              <a:ahLst/>
              <a:cxnLst/>
              <a:rect l="l" t="t" r="r" b="b"/>
              <a:pathLst>
                <a:path w="3108" h="3831" extrusionOk="0">
                  <a:moveTo>
                    <a:pt x="957" y="1"/>
                  </a:moveTo>
                  <a:cubicBezTo>
                    <a:pt x="589" y="1"/>
                    <a:pt x="330" y="350"/>
                    <a:pt x="233" y="700"/>
                  </a:cubicBezTo>
                  <a:cubicBezTo>
                    <a:pt x="0" y="1566"/>
                    <a:pt x="400" y="2465"/>
                    <a:pt x="888" y="3164"/>
                  </a:cubicBezTo>
                  <a:cubicBezTo>
                    <a:pt x="1135" y="3508"/>
                    <a:pt x="1476" y="3831"/>
                    <a:pt x="1941" y="3831"/>
                  </a:cubicBezTo>
                  <a:cubicBezTo>
                    <a:pt x="1956" y="3831"/>
                    <a:pt x="1971" y="3830"/>
                    <a:pt x="1987" y="3830"/>
                  </a:cubicBezTo>
                  <a:cubicBezTo>
                    <a:pt x="2098" y="3808"/>
                    <a:pt x="2197" y="3785"/>
                    <a:pt x="2275" y="3752"/>
                  </a:cubicBezTo>
                  <a:cubicBezTo>
                    <a:pt x="2430" y="3730"/>
                    <a:pt x="2553" y="3652"/>
                    <a:pt x="2652" y="3530"/>
                  </a:cubicBezTo>
                  <a:cubicBezTo>
                    <a:pt x="3107" y="3208"/>
                    <a:pt x="2974" y="2653"/>
                    <a:pt x="2719" y="2187"/>
                  </a:cubicBezTo>
                  <a:cubicBezTo>
                    <a:pt x="2708" y="2121"/>
                    <a:pt x="2675" y="2065"/>
                    <a:pt x="2652" y="1999"/>
                  </a:cubicBezTo>
                  <a:cubicBezTo>
                    <a:pt x="2497" y="1599"/>
                    <a:pt x="2264" y="1233"/>
                    <a:pt x="2009" y="889"/>
                  </a:cubicBezTo>
                  <a:cubicBezTo>
                    <a:pt x="1776" y="567"/>
                    <a:pt x="1532" y="134"/>
                    <a:pt x="1121" y="23"/>
                  </a:cubicBezTo>
                  <a:cubicBezTo>
                    <a:pt x="1064" y="8"/>
                    <a:pt x="1009" y="1"/>
                    <a:pt x="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0"/>
            <p:cNvSpPr/>
            <p:nvPr/>
          </p:nvSpPr>
          <p:spPr>
            <a:xfrm>
              <a:off x="8593828" y="4483636"/>
              <a:ext cx="266581" cy="328594"/>
            </a:xfrm>
            <a:custGeom>
              <a:avLst/>
              <a:gdLst/>
              <a:ahLst/>
              <a:cxnLst/>
              <a:rect l="l" t="t" r="r" b="b"/>
              <a:pathLst>
                <a:path w="3108" h="3831" extrusionOk="0">
                  <a:moveTo>
                    <a:pt x="957" y="0"/>
                  </a:moveTo>
                  <a:cubicBezTo>
                    <a:pt x="589" y="0"/>
                    <a:pt x="330" y="351"/>
                    <a:pt x="233" y="711"/>
                  </a:cubicBezTo>
                  <a:cubicBezTo>
                    <a:pt x="0" y="1565"/>
                    <a:pt x="400" y="2464"/>
                    <a:pt x="888" y="3163"/>
                  </a:cubicBezTo>
                  <a:cubicBezTo>
                    <a:pt x="1135" y="3507"/>
                    <a:pt x="1476" y="3830"/>
                    <a:pt x="1941" y="3830"/>
                  </a:cubicBezTo>
                  <a:cubicBezTo>
                    <a:pt x="1956" y="3830"/>
                    <a:pt x="1971" y="3830"/>
                    <a:pt x="1987" y="3829"/>
                  </a:cubicBezTo>
                  <a:cubicBezTo>
                    <a:pt x="2098" y="3818"/>
                    <a:pt x="2197" y="3785"/>
                    <a:pt x="2275" y="3763"/>
                  </a:cubicBezTo>
                  <a:cubicBezTo>
                    <a:pt x="2430" y="3729"/>
                    <a:pt x="2553" y="3652"/>
                    <a:pt x="2652" y="3541"/>
                  </a:cubicBezTo>
                  <a:cubicBezTo>
                    <a:pt x="3107" y="3208"/>
                    <a:pt x="2974" y="2653"/>
                    <a:pt x="2719" y="2187"/>
                  </a:cubicBezTo>
                  <a:cubicBezTo>
                    <a:pt x="2708" y="2120"/>
                    <a:pt x="2675" y="2065"/>
                    <a:pt x="2652" y="1998"/>
                  </a:cubicBezTo>
                  <a:cubicBezTo>
                    <a:pt x="2497" y="1599"/>
                    <a:pt x="2264" y="1232"/>
                    <a:pt x="2009" y="888"/>
                  </a:cubicBezTo>
                  <a:cubicBezTo>
                    <a:pt x="1776" y="567"/>
                    <a:pt x="1532" y="134"/>
                    <a:pt x="1121" y="23"/>
                  </a:cubicBezTo>
                  <a:cubicBezTo>
                    <a:pt x="1064" y="8"/>
                    <a:pt x="1010" y="0"/>
                    <a:pt x="9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0"/>
            <p:cNvSpPr/>
            <p:nvPr/>
          </p:nvSpPr>
          <p:spPr>
            <a:xfrm>
              <a:off x="8837509" y="4849111"/>
              <a:ext cx="159966" cy="193674"/>
            </a:xfrm>
            <a:custGeom>
              <a:avLst/>
              <a:gdLst/>
              <a:ahLst/>
              <a:cxnLst/>
              <a:rect l="l" t="t" r="r" b="b"/>
              <a:pathLst>
                <a:path w="1865" h="2258" extrusionOk="0">
                  <a:moveTo>
                    <a:pt x="572" y="1"/>
                  </a:moveTo>
                  <a:cubicBezTo>
                    <a:pt x="348" y="1"/>
                    <a:pt x="203" y="206"/>
                    <a:pt x="144" y="412"/>
                  </a:cubicBezTo>
                  <a:cubicBezTo>
                    <a:pt x="0" y="922"/>
                    <a:pt x="244" y="1466"/>
                    <a:pt x="533" y="1866"/>
                  </a:cubicBezTo>
                  <a:cubicBezTo>
                    <a:pt x="677" y="2071"/>
                    <a:pt x="859" y="2258"/>
                    <a:pt x="1123" y="2258"/>
                  </a:cubicBezTo>
                  <a:cubicBezTo>
                    <a:pt x="1144" y="2258"/>
                    <a:pt x="1165" y="2256"/>
                    <a:pt x="1188" y="2254"/>
                  </a:cubicBezTo>
                  <a:cubicBezTo>
                    <a:pt x="1254" y="2254"/>
                    <a:pt x="1310" y="2232"/>
                    <a:pt x="1365" y="2221"/>
                  </a:cubicBezTo>
                  <a:cubicBezTo>
                    <a:pt x="1443" y="2199"/>
                    <a:pt x="1532" y="2143"/>
                    <a:pt x="1587" y="2076"/>
                  </a:cubicBezTo>
                  <a:cubicBezTo>
                    <a:pt x="1865" y="1910"/>
                    <a:pt x="1776" y="1577"/>
                    <a:pt x="1632" y="1300"/>
                  </a:cubicBezTo>
                  <a:cubicBezTo>
                    <a:pt x="1609" y="1255"/>
                    <a:pt x="1598" y="1233"/>
                    <a:pt x="1587" y="1189"/>
                  </a:cubicBezTo>
                  <a:cubicBezTo>
                    <a:pt x="1487" y="956"/>
                    <a:pt x="1354" y="734"/>
                    <a:pt x="1199" y="523"/>
                  </a:cubicBezTo>
                  <a:cubicBezTo>
                    <a:pt x="1054" y="345"/>
                    <a:pt x="910" y="79"/>
                    <a:pt x="666" y="12"/>
                  </a:cubicBezTo>
                  <a:cubicBezTo>
                    <a:pt x="633" y="4"/>
                    <a:pt x="602" y="1"/>
                    <a:pt x="5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0"/>
            <p:cNvSpPr/>
            <p:nvPr/>
          </p:nvSpPr>
          <p:spPr>
            <a:xfrm>
              <a:off x="8598545" y="4129225"/>
              <a:ext cx="159966" cy="193932"/>
            </a:xfrm>
            <a:custGeom>
              <a:avLst/>
              <a:gdLst/>
              <a:ahLst/>
              <a:cxnLst/>
              <a:rect l="l" t="t" r="r" b="b"/>
              <a:pathLst>
                <a:path w="1865" h="2261" extrusionOk="0">
                  <a:moveTo>
                    <a:pt x="564" y="0"/>
                  </a:moveTo>
                  <a:cubicBezTo>
                    <a:pt x="345" y="0"/>
                    <a:pt x="203" y="212"/>
                    <a:pt x="145" y="415"/>
                  </a:cubicBezTo>
                  <a:cubicBezTo>
                    <a:pt x="1" y="925"/>
                    <a:pt x="234" y="1469"/>
                    <a:pt x="533" y="1869"/>
                  </a:cubicBezTo>
                  <a:cubicBezTo>
                    <a:pt x="667" y="2074"/>
                    <a:pt x="858" y="2261"/>
                    <a:pt x="1114" y="2261"/>
                  </a:cubicBezTo>
                  <a:cubicBezTo>
                    <a:pt x="1135" y="2261"/>
                    <a:pt x="1156" y="2259"/>
                    <a:pt x="1177" y="2257"/>
                  </a:cubicBezTo>
                  <a:cubicBezTo>
                    <a:pt x="1255" y="2257"/>
                    <a:pt x="1310" y="2235"/>
                    <a:pt x="1366" y="2213"/>
                  </a:cubicBezTo>
                  <a:cubicBezTo>
                    <a:pt x="1443" y="2201"/>
                    <a:pt x="1532" y="2146"/>
                    <a:pt x="1588" y="2079"/>
                  </a:cubicBezTo>
                  <a:cubicBezTo>
                    <a:pt x="1865" y="1913"/>
                    <a:pt x="1776" y="1580"/>
                    <a:pt x="1621" y="1303"/>
                  </a:cubicBezTo>
                  <a:cubicBezTo>
                    <a:pt x="1610" y="1258"/>
                    <a:pt x="1599" y="1236"/>
                    <a:pt x="1588" y="1192"/>
                  </a:cubicBezTo>
                  <a:cubicBezTo>
                    <a:pt x="1488" y="959"/>
                    <a:pt x="1343" y="737"/>
                    <a:pt x="1199" y="526"/>
                  </a:cubicBezTo>
                  <a:cubicBezTo>
                    <a:pt x="1055" y="348"/>
                    <a:pt x="899" y="82"/>
                    <a:pt x="666" y="15"/>
                  </a:cubicBezTo>
                  <a:cubicBezTo>
                    <a:pt x="631" y="5"/>
                    <a:pt x="596" y="0"/>
                    <a:pt x="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0"/>
            <p:cNvSpPr/>
            <p:nvPr/>
          </p:nvSpPr>
          <p:spPr>
            <a:xfrm>
              <a:off x="7946500" y="4605604"/>
              <a:ext cx="129516" cy="158936"/>
            </a:xfrm>
            <a:custGeom>
              <a:avLst/>
              <a:gdLst/>
              <a:ahLst/>
              <a:cxnLst/>
              <a:rect l="l" t="t" r="r" b="b"/>
              <a:pathLst>
                <a:path w="1510" h="1853" extrusionOk="0">
                  <a:moveTo>
                    <a:pt x="467" y="0"/>
                  </a:moveTo>
                  <a:cubicBezTo>
                    <a:pt x="286" y="0"/>
                    <a:pt x="160" y="166"/>
                    <a:pt x="111" y="332"/>
                  </a:cubicBezTo>
                  <a:cubicBezTo>
                    <a:pt x="0" y="754"/>
                    <a:pt x="200" y="1198"/>
                    <a:pt x="433" y="1531"/>
                  </a:cubicBezTo>
                  <a:cubicBezTo>
                    <a:pt x="551" y="1702"/>
                    <a:pt x="721" y="1853"/>
                    <a:pt x="932" y="1853"/>
                  </a:cubicBezTo>
                  <a:cubicBezTo>
                    <a:pt x="940" y="1853"/>
                    <a:pt x="947" y="1853"/>
                    <a:pt x="955" y="1852"/>
                  </a:cubicBezTo>
                  <a:cubicBezTo>
                    <a:pt x="1010" y="1852"/>
                    <a:pt x="1055" y="1830"/>
                    <a:pt x="1099" y="1808"/>
                  </a:cubicBezTo>
                  <a:cubicBezTo>
                    <a:pt x="1166" y="1797"/>
                    <a:pt x="1232" y="1753"/>
                    <a:pt x="1277" y="1697"/>
                  </a:cubicBezTo>
                  <a:cubicBezTo>
                    <a:pt x="1510" y="1542"/>
                    <a:pt x="1443" y="1286"/>
                    <a:pt x="1321" y="1064"/>
                  </a:cubicBezTo>
                  <a:cubicBezTo>
                    <a:pt x="1310" y="1031"/>
                    <a:pt x="1310" y="1009"/>
                    <a:pt x="1288" y="965"/>
                  </a:cubicBezTo>
                  <a:cubicBezTo>
                    <a:pt x="1210" y="765"/>
                    <a:pt x="1099" y="587"/>
                    <a:pt x="977" y="421"/>
                  </a:cubicBezTo>
                  <a:cubicBezTo>
                    <a:pt x="866" y="265"/>
                    <a:pt x="733" y="55"/>
                    <a:pt x="544" y="10"/>
                  </a:cubicBezTo>
                  <a:cubicBezTo>
                    <a:pt x="517" y="3"/>
                    <a:pt x="492" y="0"/>
                    <a:pt x="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23;p40"/>
          <p:cNvGrpSpPr/>
          <p:nvPr/>
        </p:nvGrpSpPr>
        <p:grpSpPr>
          <a:xfrm>
            <a:off x="-1044858" y="-415568"/>
            <a:ext cx="8014133" cy="5980541"/>
            <a:chOff x="-1044858" y="-415568"/>
            <a:chExt cx="8014133" cy="5980541"/>
          </a:xfrm>
        </p:grpSpPr>
        <p:grpSp>
          <p:nvGrpSpPr>
            <p:cNvPr id="24" name="Google Shape;24;p40"/>
            <p:cNvGrpSpPr/>
            <p:nvPr/>
          </p:nvGrpSpPr>
          <p:grpSpPr>
            <a:xfrm rot="4034852">
              <a:off x="-693257" y="1324959"/>
              <a:ext cx="1331775" cy="1648166"/>
              <a:chOff x="3961475" y="3551375"/>
              <a:chExt cx="373750" cy="462525"/>
            </a:xfrm>
          </p:grpSpPr>
          <p:sp>
            <p:nvSpPr>
              <p:cNvPr id="25" name="Google Shape;25;p40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0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40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40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0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40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" name="Google Shape;31;p40"/>
            <p:cNvGrpSpPr/>
            <p:nvPr/>
          </p:nvGrpSpPr>
          <p:grpSpPr>
            <a:xfrm rot="-5221876">
              <a:off x="5982355" y="-450628"/>
              <a:ext cx="903215" cy="1025221"/>
              <a:chOff x="3932350" y="2919350"/>
              <a:chExt cx="324625" cy="368475"/>
            </a:xfrm>
          </p:grpSpPr>
          <p:sp>
            <p:nvSpPr>
              <p:cNvPr id="32" name="Google Shape;32;p40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40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0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0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40"/>
            <p:cNvGrpSpPr/>
            <p:nvPr/>
          </p:nvGrpSpPr>
          <p:grpSpPr>
            <a:xfrm>
              <a:off x="2833224" y="4539765"/>
              <a:ext cx="903204" cy="1025208"/>
              <a:chOff x="3932350" y="2919350"/>
              <a:chExt cx="324625" cy="368475"/>
            </a:xfrm>
          </p:grpSpPr>
          <p:sp>
            <p:nvSpPr>
              <p:cNvPr id="37" name="Google Shape;37;p40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40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40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40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40"/>
          <p:cNvGrpSpPr/>
          <p:nvPr/>
        </p:nvGrpSpPr>
        <p:grpSpPr>
          <a:xfrm flipH="1">
            <a:off x="-731310" y="-5"/>
            <a:ext cx="1850673" cy="892154"/>
            <a:chOff x="5356775" y="3618225"/>
            <a:chExt cx="822375" cy="396425"/>
          </a:xfrm>
        </p:grpSpPr>
        <p:sp>
          <p:nvSpPr>
            <p:cNvPr id="42" name="Google Shape;42;p40"/>
            <p:cNvSpPr/>
            <p:nvPr/>
          </p:nvSpPr>
          <p:spPr>
            <a:xfrm>
              <a:off x="5863875" y="3618225"/>
              <a:ext cx="219550" cy="166875"/>
            </a:xfrm>
            <a:custGeom>
              <a:avLst/>
              <a:gdLst/>
              <a:ahLst/>
              <a:cxnLst/>
              <a:rect l="l" t="t" r="r" b="b"/>
              <a:pathLst>
                <a:path w="8782" h="6675" extrusionOk="0">
                  <a:moveTo>
                    <a:pt x="8247" y="0"/>
                  </a:moveTo>
                  <a:cubicBezTo>
                    <a:pt x="8202" y="0"/>
                    <a:pt x="8158" y="4"/>
                    <a:pt x="8116" y="12"/>
                  </a:cubicBezTo>
                  <a:cubicBezTo>
                    <a:pt x="7694" y="68"/>
                    <a:pt x="7294" y="267"/>
                    <a:pt x="6928" y="511"/>
                  </a:cubicBezTo>
                  <a:cubicBezTo>
                    <a:pt x="5863" y="1188"/>
                    <a:pt x="4931" y="2021"/>
                    <a:pt x="4032" y="2886"/>
                  </a:cubicBezTo>
                  <a:cubicBezTo>
                    <a:pt x="3244" y="3652"/>
                    <a:pt x="2478" y="4451"/>
                    <a:pt x="1679" y="5195"/>
                  </a:cubicBezTo>
                  <a:cubicBezTo>
                    <a:pt x="1257" y="5572"/>
                    <a:pt x="824" y="5938"/>
                    <a:pt x="380" y="6293"/>
                  </a:cubicBezTo>
                  <a:cubicBezTo>
                    <a:pt x="0" y="6580"/>
                    <a:pt x="47" y="6674"/>
                    <a:pt x="244" y="6674"/>
                  </a:cubicBezTo>
                  <a:cubicBezTo>
                    <a:pt x="397" y="6674"/>
                    <a:pt x="642" y="6617"/>
                    <a:pt x="847" y="6549"/>
                  </a:cubicBezTo>
                  <a:cubicBezTo>
                    <a:pt x="2988" y="5850"/>
                    <a:pt x="4986" y="4740"/>
                    <a:pt x="6740" y="3308"/>
                  </a:cubicBezTo>
                  <a:cubicBezTo>
                    <a:pt x="7572" y="2609"/>
                    <a:pt x="8393" y="1799"/>
                    <a:pt x="8693" y="756"/>
                  </a:cubicBezTo>
                  <a:cubicBezTo>
                    <a:pt x="8748" y="545"/>
                    <a:pt x="8782" y="312"/>
                    <a:pt x="8637" y="145"/>
                  </a:cubicBezTo>
                  <a:cubicBezTo>
                    <a:pt x="8544" y="43"/>
                    <a:pt x="8393" y="0"/>
                    <a:pt x="8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0"/>
            <p:cNvSpPr/>
            <p:nvPr/>
          </p:nvSpPr>
          <p:spPr>
            <a:xfrm>
              <a:off x="5916925" y="3643750"/>
              <a:ext cx="137925" cy="111575"/>
            </a:xfrm>
            <a:custGeom>
              <a:avLst/>
              <a:gdLst/>
              <a:ahLst/>
              <a:cxnLst/>
              <a:rect l="l" t="t" r="r" b="b"/>
              <a:pathLst>
                <a:path w="5517" h="4463" fill="none" extrusionOk="0">
                  <a:moveTo>
                    <a:pt x="5517" y="1"/>
                  </a:moveTo>
                  <a:cubicBezTo>
                    <a:pt x="4107" y="1621"/>
                    <a:pt x="1832" y="3341"/>
                    <a:pt x="1" y="4462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0"/>
            <p:cNvSpPr/>
            <p:nvPr/>
          </p:nvSpPr>
          <p:spPr>
            <a:xfrm>
              <a:off x="5851700" y="3677500"/>
              <a:ext cx="89125" cy="115400"/>
            </a:xfrm>
            <a:custGeom>
              <a:avLst/>
              <a:gdLst/>
              <a:ahLst/>
              <a:cxnLst/>
              <a:rect l="l" t="t" r="r" b="b"/>
              <a:pathLst>
                <a:path w="3565" h="4616" extrusionOk="0">
                  <a:moveTo>
                    <a:pt x="3317" y="1"/>
                  </a:moveTo>
                  <a:cubicBezTo>
                    <a:pt x="3265" y="1"/>
                    <a:pt x="3212" y="15"/>
                    <a:pt x="3165" y="38"/>
                  </a:cubicBezTo>
                  <a:cubicBezTo>
                    <a:pt x="2954" y="138"/>
                    <a:pt x="2787" y="305"/>
                    <a:pt x="2632" y="471"/>
                  </a:cubicBezTo>
                  <a:cubicBezTo>
                    <a:pt x="2188" y="970"/>
                    <a:pt x="1844" y="1536"/>
                    <a:pt x="1489" y="2114"/>
                  </a:cubicBezTo>
                  <a:cubicBezTo>
                    <a:pt x="1200" y="2613"/>
                    <a:pt x="923" y="3146"/>
                    <a:pt x="623" y="3645"/>
                  </a:cubicBezTo>
                  <a:cubicBezTo>
                    <a:pt x="468" y="3889"/>
                    <a:pt x="301" y="4144"/>
                    <a:pt x="124" y="4389"/>
                  </a:cubicBezTo>
                  <a:cubicBezTo>
                    <a:pt x="1" y="4558"/>
                    <a:pt x="6" y="4616"/>
                    <a:pt x="68" y="4616"/>
                  </a:cubicBezTo>
                  <a:cubicBezTo>
                    <a:pt x="139" y="4616"/>
                    <a:pt x="288" y="4538"/>
                    <a:pt x="401" y="4466"/>
                  </a:cubicBezTo>
                  <a:cubicBezTo>
                    <a:pt x="1400" y="3778"/>
                    <a:pt x="2255" y="2924"/>
                    <a:pt x="2932" y="1936"/>
                  </a:cubicBezTo>
                  <a:cubicBezTo>
                    <a:pt x="3265" y="1470"/>
                    <a:pt x="3564" y="926"/>
                    <a:pt x="3564" y="338"/>
                  </a:cubicBezTo>
                  <a:cubicBezTo>
                    <a:pt x="3564" y="227"/>
                    <a:pt x="3542" y="94"/>
                    <a:pt x="3453" y="38"/>
                  </a:cubicBezTo>
                  <a:cubicBezTo>
                    <a:pt x="3411" y="12"/>
                    <a:pt x="3364" y="1"/>
                    <a:pt x="3317" y="1"/>
                  </a:cubicBezTo>
                  <a:close/>
                </a:path>
              </a:pathLst>
            </a:custGeom>
            <a:solidFill>
              <a:srgbClr val="62A3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0"/>
            <p:cNvSpPr/>
            <p:nvPr/>
          </p:nvSpPr>
          <p:spPr>
            <a:xfrm>
              <a:off x="5874475" y="3692875"/>
              <a:ext cx="54125" cy="77700"/>
            </a:xfrm>
            <a:custGeom>
              <a:avLst/>
              <a:gdLst/>
              <a:ahLst/>
              <a:cxnLst/>
              <a:rect l="l" t="t" r="r" b="b"/>
              <a:pathLst>
                <a:path w="2165" h="3108" fill="none" extrusionOk="0">
                  <a:moveTo>
                    <a:pt x="2165" y="0"/>
                  </a:moveTo>
                  <a:cubicBezTo>
                    <a:pt x="1677" y="1043"/>
                    <a:pt x="767" y="2264"/>
                    <a:pt x="1" y="310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0"/>
            <p:cNvSpPr/>
            <p:nvPr/>
          </p:nvSpPr>
          <p:spPr>
            <a:xfrm>
              <a:off x="5864775" y="3683350"/>
              <a:ext cx="314375" cy="119050"/>
            </a:xfrm>
            <a:custGeom>
              <a:avLst/>
              <a:gdLst/>
              <a:ahLst/>
              <a:cxnLst/>
              <a:rect l="l" t="t" r="r" b="b"/>
              <a:pathLst>
                <a:path w="12575" h="4762" extrusionOk="0">
                  <a:moveTo>
                    <a:pt x="10528" y="1"/>
                  </a:moveTo>
                  <a:cubicBezTo>
                    <a:pt x="9707" y="1"/>
                    <a:pt x="8871" y="183"/>
                    <a:pt x="8080" y="415"/>
                  </a:cubicBezTo>
                  <a:cubicBezTo>
                    <a:pt x="5472" y="1158"/>
                    <a:pt x="2986" y="2401"/>
                    <a:pt x="822" y="4032"/>
                  </a:cubicBezTo>
                  <a:cubicBezTo>
                    <a:pt x="436" y="4310"/>
                    <a:pt x="0" y="4762"/>
                    <a:pt x="367" y="4762"/>
                  </a:cubicBezTo>
                  <a:cubicBezTo>
                    <a:pt x="454" y="4762"/>
                    <a:pt x="587" y="4736"/>
                    <a:pt x="777" y="4676"/>
                  </a:cubicBezTo>
                  <a:cubicBezTo>
                    <a:pt x="1432" y="4465"/>
                    <a:pt x="2098" y="4299"/>
                    <a:pt x="2764" y="4143"/>
                  </a:cubicBezTo>
                  <a:cubicBezTo>
                    <a:pt x="4051" y="3855"/>
                    <a:pt x="5372" y="3644"/>
                    <a:pt x="6670" y="3378"/>
                  </a:cubicBezTo>
                  <a:cubicBezTo>
                    <a:pt x="8135" y="3078"/>
                    <a:pt x="9600" y="2712"/>
                    <a:pt x="10987" y="2135"/>
                  </a:cubicBezTo>
                  <a:cubicBezTo>
                    <a:pt x="11476" y="1924"/>
                    <a:pt x="11942" y="1691"/>
                    <a:pt x="12297" y="1302"/>
                  </a:cubicBezTo>
                  <a:cubicBezTo>
                    <a:pt x="12441" y="1136"/>
                    <a:pt x="12574" y="914"/>
                    <a:pt x="12519" y="692"/>
                  </a:cubicBezTo>
                  <a:cubicBezTo>
                    <a:pt x="12452" y="437"/>
                    <a:pt x="12175" y="304"/>
                    <a:pt x="11942" y="215"/>
                  </a:cubicBezTo>
                  <a:cubicBezTo>
                    <a:pt x="11483" y="63"/>
                    <a:pt x="11008" y="1"/>
                    <a:pt x="10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0"/>
            <p:cNvSpPr/>
            <p:nvPr/>
          </p:nvSpPr>
          <p:spPr>
            <a:xfrm>
              <a:off x="5933850" y="3710350"/>
              <a:ext cx="205350" cy="60225"/>
            </a:xfrm>
            <a:custGeom>
              <a:avLst/>
              <a:gdLst/>
              <a:ahLst/>
              <a:cxnLst/>
              <a:rect l="l" t="t" r="r" b="b"/>
              <a:pathLst>
                <a:path w="8214" h="2409" fill="none" extrusionOk="0">
                  <a:moveTo>
                    <a:pt x="8213" y="0"/>
                  </a:moveTo>
                  <a:cubicBezTo>
                    <a:pt x="5627" y="289"/>
                    <a:pt x="2354" y="1377"/>
                    <a:pt x="1" y="2409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0"/>
            <p:cNvSpPr/>
            <p:nvPr/>
          </p:nvSpPr>
          <p:spPr>
            <a:xfrm>
              <a:off x="5845350" y="3783000"/>
              <a:ext cx="247225" cy="51225"/>
            </a:xfrm>
            <a:custGeom>
              <a:avLst/>
              <a:gdLst/>
              <a:ahLst/>
              <a:cxnLst/>
              <a:rect l="l" t="t" r="r" b="b"/>
              <a:pathLst>
                <a:path w="9889" h="2049" extrusionOk="0">
                  <a:moveTo>
                    <a:pt x="5297" y="0"/>
                  </a:moveTo>
                  <a:cubicBezTo>
                    <a:pt x="3828" y="0"/>
                    <a:pt x="2365" y="202"/>
                    <a:pt x="955" y="601"/>
                  </a:cubicBezTo>
                  <a:cubicBezTo>
                    <a:pt x="544" y="712"/>
                    <a:pt x="1" y="979"/>
                    <a:pt x="744" y="1012"/>
                  </a:cubicBezTo>
                  <a:cubicBezTo>
                    <a:pt x="1244" y="1045"/>
                    <a:pt x="1754" y="1112"/>
                    <a:pt x="2242" y="1190"/>
                  </a:cubicBezTo>
                  <a:cubicBezTo>
                    <a:pt x="3219" y="1334"/>
                    <a:pt x="4162" y="1545"/>
                    <a:pt x="5128" y="1711"/>
                  </a:cubicBezTo>
                  <a:cubicBezTo>
                    <a:pt x="6106" y="1903"/>
                    <a:pt x="7112" y="2049"/>
                    <a:pt x="8120" y="2049"/>
                  </a:cubicBezTo>
                  <a:cubicBezTo>
                    <a:pt x="8222" y="2049"/>
                    <a:pt x="8323" y="2047"/>
                    <a:pt x="8424" y="2044"/>
                  </a:cubicBezTo>
                  <a:cubicBezTo>
                    <a:pt x="8812" y="2033"/>
                    <a:pt x="9201" y="2000"/>
                    <a:pt x="9545" y="1822"/>
                  </a:cubicBezTo>
                  <a:cubicBezTo>
                    <a:pt x="9700" y="1756"/>
                    <a:pt x="9833" y="1633"/>
                    <a:pt x="9867" y="1467"/>
                  </a:cubicBezTo>
                  <a:cubicBezTo>
                    <a:pt x="9889" y="1267"/>
                    <a:pt x="9733" y="1112"/>
                    <a:pt x="9600" y="990"/>
                  </a:cubicBezTo>
                  <a:cubicBezTo>
                    <a:pt x="8846" y="379"/>
                    <a:pt x="7858" y="169"/>
                    <a:pt x="6892" y="80"/>
                  </a:cubicBezTo>
                  <a:cubicBezTo>
                    <a:pt x="6362" y="27"/>
                    <a:pt x="5829" y="0"/>
                    <a:pt x="5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0"/>
            <p:cNvSpPr/>
            <p:nvPr/>
          </p:nvSpPr>
          <p:spPr>
            <a:xfrm>
              <a:off x="5905825" y="3800250"/>
              <a:ext cx="157075" cy="15825"/>
            </a:xfrm>
            <a:custGeom>
              <a:avLst/>
              <a:gdLst/>
              <a:ahLst/>
              <a:cxnLst/>
              <a:rect l="l" t="t" r="r" b="b"/>
              <a:pathLst>
                <a:path w="6283" h="633" fill="none" extrusionOk="0">
                  <a:moveTo>
                    <a:pt x="6282" y="633"/>
                  </a:moveTo>
                  <a:cubicBezTo>
                    <a:pt x="4440" y="133"/>
                    <a:pt x="1910" y="0"/>
                    <a:pt x="1" y="7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0"/>
            <p:cNvSpPr/>
            <p:nvPr/>
          </p:nvSpPr>
          <p:spPr>
            <a:xfrm>
              <a:off x="5356775" y="3736425"/>
              <a:ext cx="554900" cy="278225"/>
            </a:xfrm>
            <a:custGeom>
              <a:avLst/>
              <a:gdLst/>
              <a:ahLst/>
              <a:cxnLst/>
              <a:rect l="l" t="t" r="r" b="b"/>
              <a:pathLst>
                <a:path w="22196" h="11129" extrusionOk="0">
                  <a:moveTo>
                    <a:pt x="18664" y="1"/>
                  </a:moveTo>
                  <a:cubicBezTo>
                    <a:pt x="18001" y="1"/>
                    <a:pt x="17313" y="208"/>
                    <a:pt x="16669" y="445"/>
                  </a:cubicBezTo>
                  <a:cubicBezTo>
                    <a:pt x="13895" y="1421"/>
                    <a:pt x="11198" y="2631"/>
                    <a:pt x="8601" y="4007"/>
                  </a:cubicBezTo>
                  <a:cubicBezTo>
                    <a:pt x="6226" y="5250"/>
                    <a:pt x="3563" y="6560"/>
                    <a:pt x="1465" y="8235"/>
                  </a:cubicBezTo>
                  <a:cubicBezTo>
                    <a:pt x="655" y="8901"/>
                    <a:pt x="0" y="10100"/>
                    <a:pt x="1054" y="10899"/>
                  </a:cubicBezTo>
                  <a:cubicBezTo>
                    <a:pt x="1266" y="11057"/>
                    <a:pt x="1738" y="11129"/>
                    <a:pt x="2403" y="11129"/>
                  </a:cubicBezTo>
                  <a:cubicBezTo>
                    <a:pt x="6314" y="11129"/>
                    <a:pt x="16901" y="8651"/>
                    <a:pt x="20542" y="6659"/>
                  </a:cubicBezTo>
                  <a:cubicBezTo>
                    <a:pt x="21097" y="6349"/>
                    <a:pt x="21652" y="5971"/>
                    <a:pt x="21907" y="5405"/>
                  </a:cubicBezTo>
                  <a:cubicBezTo>
                    <a:pt x="22196" y="4728"/>
                    <a:pt x="21974" y="3940"/>
                    <a:pt x="21741" y="3230"/>
                  </a:cubicBezTo>
                  <a:cubicBezTo>
                    <a:pt x="21330" y="2020"/>
                    <a:pt x="20809" y="667"/>
                    <a:pt x="19632" y="178"/>
                  </a:cubicBezTo>
                  <a:cubicBezTo>
                    <a:pt x="19322" y="52"/>
                    <a:pt x="18996" y="1"/>
                    <a:pt x="18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0"/>
            <p:cNvSpPr/>
            <p:nvPr/>
          </p:nvSpPr>
          <p:spPr>
            <a:xfrm>
              <a:off x="5429125" y="3824350"/>
              <a:ext cx="233425" cy="119750"/>
            </a:xfrm>
            <a:custGeom>
              <a:avLst/>
              <a:gdLst/>
              <a:ahLst/>
              <a:cxnLst/>
              <a:rect l="l" t="t" r="r" b="b"/>
              <a:pathLst>
                <a:path w="9337" h="4790" extrusionOk="0">
                  <a:moveTo>
                    <a:pt x="8819" y="0"/>
                  </a:moveTo>
                  <a:cubicBezTo>
                    <a:pt x="8536" y="0"/>
                    <a:pt x="8244" y="109"/>
                    <a:pt x="7982" y="224"/>
                  </a:cubicBezTo>
                  <a:cubicBezTo>
                    <a:pt x="5885" y="1111"/>
                    <a:pt x="3843" y="2110"/>
                    <a:pt x="1867" y="3231"/>
                  </a:cubicBezTo>
                  <a:cubicBezTo>
                    <a:pt x="1368" y="3509"/>
                    <a:pt x="868" y="3808"/>
                    <a:pt x="391" y="4141"/>
                  </a:cubicBezTo>
                  <a:cubicBezTo>
                    <a:pt x="236" y="4230"/>
                    <a:pt x="91" y="4363"/>
                    <a:pt x="47" y="4541"/>
                  </a:cubicBezTo>
                  <a:cubicBezTo>
                    <a:pt x="1" y="4723"/>
                    <a:pt x="99" y="4790"/>
                    <a:pt x="271" y="4790"/>
                  </a:cubicBezTo>
                  <a:cubicBezTo>
                    <a:pt x="718" y="4790"/>
                    <a:pt x="1661" y="4335"/>
                    <a:pt x="1845" y="4263"/>
                  </a:cubicBezTo>
                  <a:cubicBezTo>
                    <a:pt x="2588" y="3986"/>
                    <a:pt x="3321" y="3708"/>
                    <a:pt x="4053" y="3398"/>
                  </a:cubicBezTo>
                  <a:cubicBezTo>
                    <a:pt x="5507" y="2809"/>
                    <a:pt x="6939" y="2144"/>
                    <a:pt x="8304" y="1333"/>
                  </a:cubicBezTo>
                  <a:cubicBezTo>
                    <a:pt x="8670" y="1111"/>
                    <a:pt x="9059" y="845"/>
                    <a:pt x="9258" y="457"/>
                  </a:cubicBezTo>
                  <a:cubicBezTo>
                    <a:pt x="9303" y="379"/>
                    <a:pt x="9336" y="268"/>
                    <a:pt x="9281" y="168"/>
                  </a:cubicBezTo>
                  <a:cubicBezTo>
                    <a:pt x="9247" y="102"/>
                    <a:pt x="9170" y="68"/>
                    <a:pt x="9114" y="46"/>
                  </a:cubicBezTo>
                  <a:cubicBezTo>
                    <a:pt x="9018" y="14"/>
                    <a:pt x="8919" y="0"/>
                    <a:pt x="8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0"/>
            <p:cNvSpPr/>
            <p:nvPr/>
          </p:nvSpPr>
          <p:spPr>
            <a:xfrm>
              <a:off x="5682775" y="3781575"/>
              <a:ext cx="94225" cy="44450"/>
            </a:xfrm>
            <a:custGeom>
              <a:avLst/>
              <a:gdLst/>
              <a:ahLst/>
              <a:cxnLst/>
              <a:rect l="l" t="t" r="r" b="b"/>
              <a:pathLst>
                <a:path w="3769" h="1778" extrusionOk="0">
                  <a:moveTo>
                    <a:pt x="3284" y="1"/>
                  </a:moveTo>
                  <a:cubicBezTo>
                    <a:pt x="3263" y="1"/>
                    <a:pt x="3241" y="2"/>
                    <a:pt x="3219" y="4"/>
                  </a:cubicBezTo>
                  <a:lnTo>
                    <a:pt x="3163" y="4"/>
                  </a:lnTo>
                  <a:cubicBezTo>
                    <a:pt x="2408" y="92"/>
                    <a:pt x="1676" y="281"/>
                    <a:pt x="988" y="636"/>
                  </a:cubicBezTo>
                  <a:cubicBezTo>
                    <a:pt x="655" y="780"/>
                    <a:pt x="300" y="1025"/>
                    <a:pt x="78" y="1324"/>
                  </a:cubicBezTo>
                  <a:cubicBezTo>
                    <a:pt x="56" y="1369"/>
                    <a:pt x="11" y="1424"/>
                    <a:pt x="11" y="1480"/>
                  </a:cubicBezTo>
                  <a:cubicBezTo>
                    <a:pt x="0" y="1580"/>
                    <a:pt x="78" y="1668"/>
                    <a:pt x="178" y="1713"/>
                  </a:cubicBezTo>
                  <a:cubicBezTo>
                    <a:pt x="287" y="1759"/>
                    <a:pt x="403" y="1777"/>
                    <a:pt x="521" y="1777"/>
                  </a:cubicBezTo>
                  <a:cubicBezTo>
                    <a:pt x="858" y="1777"/>
                    <a:pt x="1214" y="1628"/>
                    <a:pt x="1509" y="1546"/>
                  </a:cubicBezTo>
                  <a:cubicBezTo>
                    <a:pt x="1965" y="1424"/>
                    <a:pt x="2431" y="1224"/>
                    <a:pt x="2841" y="991"/>
                  </a:cubicBezTo>
                  <a:cubicBezTo>
                    <a:pt x="3074" y="858"/>
                    <a:pt x="3341" y="725"/>
                    <a:pt x="3518" y="525"/>
                  </a:cubicBezTo>
                  <a:cubicBezTo>
                    <a:pt x="3769" y="243"/>
                    <a:pt x="3617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40"/>
          <p:cNvGrpSpPr/>
          <p:nvPr/>
        </p:nvGrpSpPr>
        <p:grpSpPr>
          <a:xfrm rot="543998">
            <a:off x="8235971" y="2712804"/>
            <a:ext cx="1155509" cy="1746847"/>
            <a:chOff x="4682275" y="3383700"/>
            <a:chExt cx="380700" cy="575525"/>
          </a:xfrm>
        </p:grpSpPr>
        <p:sp>
          <p:nvSpPr>
            <p:cNvPr id="54" name="Google Shape;54;p40"/>
            <p:cNvSpPr/>
            <p:nvPr/>
          </p:nvSpPr>
          <p:spPr>
            <a:xfrm>
              <a:off x="4682275" y="3529900"/>
              <a:ext cx="380700" cy="429325"/>
            </a:xfrm>
            <a:custGeom>
              <a:avLst/>
              <a:gdLst/>
              <a:ahLst/>
              <a:cxnLst/>
              <a:rect l="l" t="t" r="r" b="b"/>
              <a:pathLst>
                <a:path w="15228" h="17173" extrusionOk="0">
                  <a:moveTo>
                    <a:pt x="7910" y="0"/>
                  </a:moveTo>
                  <a:cubicBezTo>
                    <a:pt x="7096" y="0"/>
                    <a:pt x="6422" y="573"/>
                    <a:pt x="5604" y="573"/>
                  </a:cubicBezTo>
                  <a:cubicBezTo>
                    <a:pt x="5579" y="573"/>
                    <a:pt x="5553" y="572"/>
                    <a:pt x="5528" y="571"/>
                  </a:cubicBezTo>
                  <a:cubicBezTo>
                    <a:pt x="4851" y="549"/>
                    <a:pt x="4229" y="227"/>
                    <a:pt x="3552" y="216"/>
                  </a:cubicBezTo>
                  <a:cubicBezTo>
                    <a:pt x="3528" y="215"/>
                    <a:pt x="3504" y="215"/>
                    <a:pt x="3480" y="215"/>
                  </a:cubicBezTo>
                  <a:cubicBezTo>
                    <a:pt x="1251" y="215"/>
                    <a:pt x="565" y="2764"/>
                    <a:pt x="389" y="4411"/>
                  </a:cubicBezTo>
                  <a:cubicBezTo>
                    <a:pt x="1" y="7951"/>
                    <a:pt x="811" y="11724"/>
                    <a:pt x="1910" y="15098"/>
                  </a:cubicBezTo>
                  <a:cubicBezTo>
                    <a:pt x="2054" y="15509"/>
                    <a:pt x="2187" y="15930"/>
                    <a:pt x="2498" y="16263"/>
                  </a:cubicBezTo>
                  <a:cubicBezTo>
                    <a:pt x="2841" y="16650"/>
                    <a:pt x="3365" y="16836"/>
                    <a:pt x="3899" y="16836"/>
                  </a:cubicBezTo>
                  <a:cubicBezTo>
                    <a:pt x="4436" y="16836"/>
                    <a:pt x="4983" y="16647"/>
                    <a:pt x="5361" y="16285"/>
                  </a:cubicBezTo>
                  <a:cubicBezTo>
                    <a:pt x="5739" y="15941"/>
                    <a:pt x="6072" y="15420"/>
                    <a:pt x="6604" y="15420"/>
                  </a:cubicBezTo>
                  <a:cubicBezTo>
                    <a:pt x="6615" y="15419"/>
                    <a:pt x="6625" y="15419"/>
                    <a:pt x="6635" y="15419"/>
                  </a:cubicBezTo>
                  <a:cubicBezTo>
                    <a:pt x="7183" y="15419"/>
                    <a:pt x="7510" y="15993"/>
                    <a:pt x="7892" y="16385"/>
                  </a:cubicBezTo>
                  <a:cubicBezTo>
                    <a:pt x="8375" y="16903"/>
                    <a:pt x="9087" y="17173"/>
                    <a:pt x="9813" y="17173"/>
                  </a:cubicBezTo>
                  <a:cubicBezTo>
                    <a:pt x="10020" y="17173"/>
                    <a:pt x="10229" y="17151"/>
                    <a:pt x="10433" y="17107"/>
                  </a:cubicBezTo>
                  <a:cubicBezTo>
                    <a:pt x="11909" y="16785"/>
                    <a:pt x="12397" y="14865"/>
                    <a:pt x="12886" y="13722"/>
                  </a:cubicBezTo>
                  <a:cubicBezTo>
                    <a:pt x="13618" y="11957"/>
                    <a:pt x="14317" y="10126"/>
                    <a:pt x="14739" y="8284"/>
                  </a:cubicBezTo>
                  <a:cubicBezTo>
                    <a:pt x="14994" y="7119"/>
                    <a:pt x="15227" y="5831"/>
                    <a:pt x="15172" y="4566"/>
                  </a:cubicBezTo>
                  <a:cubicBezTo>
                    <a:pt x="15127" y="3678"/>
                    <a:pt x="14950" y="2801"/>
                    <a:pt x="14539" y="2002"/>
                  </a:cubicBezTo>
                  <a:cubicBezTo>
                    <a:pt x="14206" y="1348"/>
                    <a:pt x="13663" y="726"/>
                    <a:pt x="12908" y="560"/>
                  </a:cubicBezTo>
                  <a:cubicBezTo>
                    <a:pt x="12769" y="531"/>
                    <a:pt x="12629" y="519"/>
                    <a:pt x="12488" y="519"/>
                  </a:cubicBezTo>
                  <a:cubicBezTo>
                    <a:pt x="11760" y="519"/>
                    <a:pt x="11015" y="844"/>
                    <a:pt x="10298" y="844"/>
                  </a:cubicBezTo>
                  <a:cubicBezTo>
                    <a:pt x="10093" y="844"/>
                    <a:pt x="9889" y="817"/>
                    <a:pt x="9689" y="748"/>
                  </a:cubicBezTo>
                  <a:cubicBezTo>
                    <a:pt x="9212" y="582"/>
                    <a:pt x="8846" y="193"/>
                    <a:pt x="8358" y="60"/>
                  </a:cubicBezTo>
                  <a:cubicBezTo>
                    <a:pt x="8203" y="18"/>
                    <a:pt x="8054" y="0"/>
                    <a:pt x="79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40"/>
            <p:cNvSpPr/>
            <p:nvPr/>
          </p:nvSpPr>
          <p:spPr>
            <a:xfrm>
              <a:off x="4915900" y="3555250"/>
              <a:ext cx="78825" cy="392075"/>
            </a:xfrm>
            <a:custGeom>
              <a:avLst/>
              <a:gdLst/>
              <a:ahLst/>
              <a:cxnLst/>
              <a:rect l="l" t="t" r="r" b="b"/>
              <a:pathLst>
                <a:path w="3153" h="15683" fill="none" extrusionOk="0">
                  <a:moveTo>
                    <a:pt x="3152" y="1"/>
                  </a:moveTo>
                  <a:cubicBezTo>
                    <a:pt x="2731" y="5328"/>
                    <a:pt x="1676" y="10599"/>
                    <a:pt x="0" y="1568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40"/>
            <p:cNvSpPr/>
            <p:nvPr/>
          </p:nvSpPr>
          <p:spPr>
            <a:xfrm>
              <a:off x="4763300" y="3571900"/>
              <a:ext cx="23875" cy="338800"/>
            </a:xfrm>
            <a:custGeom>
              <a:avLst/>
              <a:gdLst/>
              <a:ahLst/>
              <a:cxnLst/>
              <a:rect l="l" t="t" r="r" b="b"/>
              <a:pathLst>
                <a:path w="955" h="13552" fill="none" extrusionOk="0">
                  <a:moveTo>
                    <a:pt x="877" y="1"/>
                  </a:moveTo>
                  <a:cubicBezTo>
                    <a:pt x="1" y="4473"/>
                    <a:pt x="34" y="9101"/>
                    <a:pt x="955" y="1355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0"/>
            <p:cNvSpPr/>
            <p:nvPr/>
          </p:nvSpPr>
          <p:spPr>
            <a:xfrm>
              <a:off x="4803800" y="3710625"/>
              <a:ext cx="8350" cy="129325"/>
            </a:xfrm>
            <a:custGeom>
              <a:avLst/>
              <a:gdLst/>
              <a:ahLst/>
              <a:cxnLst/>
              <a:rect l="l" t="t" r="r" b="b"/>
              <a:pathLst>
                <a:path w="334" h="5173" fill="none" extrusionOk="0">
                  <a:moveTo>
                    <a:pt x="167" y="1"/>
                  </a:moveTo>
                  <a:cubicBezTo>
                    <a:pt x="1" y="1721"/>
                    <a:pt x="56" y="3474"/>
                    <a:pt x="334" y="517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0"/>
            <p:cNvSpPr/>
            <p:nvPr/>
          </p:nvSpPr>
          <p:spPr>
            <a:xfrm>
              <a:off x="4705025" y="3629350"/>
              <a:ext cx="39425" cy="165425"/>
            </a:xfrm>
            <a:custGeom>
              <a:avLst/>
              <a:gdLst/>
              <a:ahLst/>
              <a:cxnLst/>
              <a:rect l="l" t="t" r="r" b="b"/>
              <a:pathLst>
                <a:path w="1577" h="6617" extrusionOk="0">
                  <a:moveTo>
                    <a:pt x="616" y="1"/>
                  </a:moveTo>
                  <a:cubicBezTo>
                    <a:pt x="544" y="1"/>
                    <a:pt x="470" y="30"/>
                    <a:pt x="401" y="100"/>
                  </a:cubicBezTo>
                  <a:cubicBezTo>
                    <a:pt x="256" y="255"/>
                    <a:pt x="223" y="477"/>
                    <a:pt x="190" y="699"/>
                  </a:cubicBezTo>
                  <a:cubicBezTo>
                    <a:pt x="1" y="2453"/>
                    <a:pt x="79" y="4261"/>
                    <a:pt x="434" y="6015"/>
                  </a:cubicBezTo>
                  <a:cubicBezTo>
                    <a:pt x="456" y="6170"/>
                    <a:pt x="500" y="6326"/>
                    <a:pt x="600" y="6470"/>
                  </a:cubicBezTo>
                  <a:cubicBezTo>
                    <a:pt x="680" y="6575"/>
                    <a:pt x="759" y="6617"/>
                    <a:pt x="833" y="6617"/>
                  </a:cubicBezTo>
                  <a:cubicBezTo>
                    <a:pt x="1019" y="6617"/>
                    <a:pt x="1174" y="6354"/>
                    <a:pt x="1222" y="6148"/>
                  </a:cubicBezTo>
                  <a:cubicBezTo>
                    <a:pt x="1577" y="4694"/>
                    <a:pt x="1488" y="3174"/>
                    <a:pt x="1288" y="1698"/>
                  </a:cubicBezTo>
                  <a:cubicBezTo>
                    <a:pt x="1233" y="1243"/>
                    <a:pt x="1188" y="755"/>
                    <a:pt x="1011" y="322"/>
                  </a:cubicBezTo>
                  <a:cubicBezTo>
                    <a:pt x="941" y="159"/>
                    <a:pt x="784" y="1"/>
                    <a:pt x="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0"/>
            <p:cNvSpPr/>
            <p:nvPr/>
          </p:nvSpPr>
          <p:spPr>
            <a:xfrm>
              <a:off x="4712250" y="3591575"/>
              <a:ext cx="19450" cy="28550"/>
            </a:xfrm>
            <a:custGeom>
              <a:avLst/>
              <a:gdLst/>
              <a:ahLst/>
              <a:cxnLst/>
              <a:rect l="l" t="t" r="r" b="b"/>
              <a:pathLst>
                <a:path w="778" h="1142" extrusionOk="0">
                  <a:moveTo>
                    <a:pt x="431" y="1"/>
                  </a:moveTo>
                  <a:cubicBezTo>
                    <a:pt x="424" y="1"/>
                    <a:pt x="418" y="1"/>
                    <a:pt x="411" y="2"/>
                  </a:cubicBezTo>
                  <a:cubicBezTo>
                    <a:pt x="211" y="24"/>
                    <a:pt x="112" y="212"/>
                    <a:pt x="67" y="379"/>
                  </a:cubicBezTo>
                  <a:cubicBezTo>
                    <a:pt x="45" y="445"/>
                    <a:pt x="34" y="512"/>
                    <a:pt x="23" y="601"/>
                  </a:cubicBezTo>
                  <a:cubicBezTo>
                    <a:pt x="1" y="823"/>
                    <a:pt x="56" y="1056"/>
                    <a:pt x="311" y="1134"/>
                  </a:cubicBezTo>
                  <a:cubicBezTo>
                    <a:pt x="336" y="1139"/>
                    <a:pt x="358" y="1142"/>
                    <a:pt x="380" y="1142"/>
                  </a:cubicBezTo>
                  <a:cubicBezTo>
                    <a:pt x="448" y="1142"/>
                    <a:pt x="505" y="1115"/>
                    <a:pt x="555" y="1056"/>
                  </a:cubicBezTo>
                  <a:cubicBezTo>
                    <a:pt x="766" y="856"/>
                    <a:pt x="777" y="512"/>
                    <a:pt x="722" y="257"/>
                  </a:cubicBezTo>
                  <a:cubicBezTo>
                    <a:pt x="690" y="109"/>
                    <a:pt x="568" y="1"/>
                    <a:pt x="4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0"/>
            <p:cNvSpPr/>
            <p:nvPr/>
          </p:nvSpPr>
          <p:spPr>
            <a:xfrm>
              <a:off x="4874825" y="3383700"/>
              <a:ext cx="59125" cy="159900"/>
            </a:xfrm>
            <a:custGeom>
              <a:avLst/>
              <a:gdLst/>
              <a:ahLst/>
              <a:cxnLst/>
              <a:rect l="l" t="t" r="r" b="b"/>
              <a:pathLst>
                <a:path w="2365" h="6396" extrusionOk="0">
                  <a:moveTo>
                    <a:pt x="1550" y="1"/>
                  </a:moveTo>
                  <a:cubicBezTo>
                    <a:pt x="1419" y="1"/>
                    <a:pt x="1291" y="15"/>
                    <a:pt x="1188" y="38"/>
                  </a:cubicBezTo>
                  <a:cubicBezTo>
                    <a:pt x="966" y="82"/>
                    <a:pt x="800" y="337"/>
                    <a:pt x="689" y="648"/>
                  </a:cubicBezTo>
                  <a:cubicBezTo>
                    <a:pt x="256" y="1824"/>
                    <a:pt x="68" y="3134"/>
                    <a:pt x="23" y="4388"/>
                  </a:cubicBezTo>
                  <a:cubicBezTo>
                    <a:pt x="1" y="4821"/>
                    <a:pt x="1" y="5254"/>
                    <a:pt x="34" y="5686"/>
                  </a:cubicBezTo>
                  <a:cubicBezTo>
                    <a:pt x="45" y="5808"/>
                    <a:pt x="12" y="6208"/>
                    <a:pt x="90" y="6319"/>
                  </a:cubicBezTo>
                  <a:cubicBezTo>
                    <a:pt x="122" y="6351"/>
                    <a:pt x="338" y="6396"/>
                    <a:pt x="456" y="6396"/>
                  </a:cubicBezTo>
                  <a:cubicBezTo>
                    <a:pt x="500" y="6396"/>
                    <a:pt x="531" y="6389"/>
                    <a:pt x="534" y="6374"/>
                  </a:cubicBezTo>
                  <a:cubicBezTo>
                    <a:pt x="855" y="5076"/>
                    <a:pt x="1200" y="3778"/>
                    <a:pt x="1599" y="2490"/>
                  </a:cubicBezTo>
                  <a:cubicBezTo>
                    <a:pt x="1799" y="1858"/>
                    <a:pt x="2043" y="1214"/>
                    <a:pt x="2232" y="581"/>
                  </a:cubicBezTo>
                  <a:cubicBezTo>
                    <a:pt x="2365" y="132"/>
                    <a:pt x="1942" y="1"/>
                    <a:pt x="15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0"/>
            <p:cNvSpPr/>
            <p:nvPr/>
          </p:nvSpPr>
          <p:spPr>
            <a:xfrm>
              <a:off x="4810200" y="3509975"/>
              <a:ext cx="137625" cy="70925"/>
            </a:xfrm>
            <a:custGeom>
              <a:avLst/>
              <a:gdLst/>
              <a:ahLst/>
              <a:cxnLst/>
              <a:rect l="l" t="t" r="r" b="b"/>
              <a:pathLst>
                <a:path w="5505" h="2837" extrusionOk="0">
                  <a:moveTo>
                    <a:pt x="2854" y="1"/>
                  </a:moveTo>
                  <a:cubicBezTo>
                    <a:pt x="2450" y="1"/>
                    <a:pt x="2045" y="85"/>
                    <a:pt x="1676" y="247"/>
                  </a:cubicBezTo>
                  <a:cubicBezTo>
                    <a:pt x="1077" y="491"/>
                    <a:pt x="577" y="968"/>
                    <a:pt x="300" y="1634"/>
                  </a:cubicBezTo>
                  <a:cubicBezTo>
                    <a:pt x="0" y="2367"/>
                    <a:pt x="622" y="2589"/>
                    <a:pt x="1276" y="2711"/>
                  </a:cubicBezTo>
                  <a:cubicBezTo>
                    <a:pt x="1731" y="2793"/>
                    <a:pt x="2192" y="2836"/>
                    <a:pt x="2651" y="2836"/>
                  </a:cubicBezTo>
                  <a:cubicBezTo>
                    <a:pt x="3370" y="2836"/>
                    <a:pt x="4084" y="2730"/>
                    <a:pt x="4761" y="2500"/>
                  </a:cubicBezTo>
                  <a:cubicBezTo>
                    <a:pt x="5505" y="2256"/>
                    <a:pt x="5394" y="1601"/>
                    <a:pt x="5005" y="1057"/>
                  </a:cubicBezTo>
                  <a:cubicBezTo>
                    <a:pt x="4479" y="339"/>
                    <a:pt x="3667" y="1"/>
                    <a:pt x="28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40"/>
          <p:cNvGrpSpPr/>
          <p:nvPr/>
        </p:nvGrpSpPr>
        <p:grpSpPr>
          <a:xfrm>
            <a:off x="4995654" y="4428312"/>
            <a:ext cx="1850668" cy="1136666"/>
            <a:chOff x="5723275" y="2255625"/>
            <a:chExt cx="562975" cy="345775"/>
          </a:xfrm>
        </p:grpSpPr>
        <p:sp>
          <p:nvSpPr>
            <p:cNvPr id="63" name="Google Shape;63;p40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0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0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0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0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0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0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0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0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0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0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0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0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0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0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0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0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0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0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0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0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0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0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0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0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0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0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0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0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0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0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0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0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0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0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0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0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0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0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0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0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0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0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0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0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0"/>
          <p:cNvGrpSpPr/>
          <p:nvPr/>
        </p:nvGrpSpPr>
        <p:grpSpPr>
          <a:xfrm>
            <a:off x="2211888" y="-961241"/>
            <a:ext cx="2365365" cy="1693235"/>
            <a:chOff x="4661950" y="2869625"/>
            <a:chExt cx="517325" cy="360900"/>
          </a:xfrm>
        </p:grpSpPr>
        <p:sp>
          <p:nvSpPr>
            <p:cNvPr id="111" name="Google Shape;111;p40"/>
            <p:cNvSpPr/>
            <p:nvPr/>
          </p:nvSpPr>
          <p:spPr>
            <a:xfrm>
              <a:off x="4661950" y="2869625"/>
              <a:ext cx="517325" cy="360900"/>
            </a:xfrm>
            <a:custGeom>
              <a:avLst/>
              <a:gdLst/>
              <a:ahLst/>
              <a:cxnLst/>
              <a:rect l="l" t="t" r="r" b="b"/>
              <a:pathLst>
                <a:path w="20693" h="14436" extrusionOk="0">
                  <a:moveTo>
                    <a:pt x="10325" y="1"/>
                  </a:moveTo>
                  <a:cubicBezTo>
                    <a:pt x="3795" y="1"/>
                    <a:pt x="1" y="10142"/>
                    <a:pt x="7206" y="13653"/>
                  </a:cubicBezTo>
                  <a:cubicBezTo>
                    <a:pt x="8311" y="14195"/>
                    <a:pt x="9381" y="14436"/>
                    <a:pt x="10386" y="14436"/>
                  </a:cubicBezTo>
                  <a:cubicBezTo>
                    <a:pt x="16911" y="14436"/>
                    <a:pt x="20692" y="4299"/>
                    <a:pt x="13499" y="780"/>
                  </a:cubicBezTo>
                  <a:cubicBezTo>
                    <a:pt x="12396" y="240"/>
                    <a:pt x="11329" y="1"/>
                    <a:pt x="10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0"/>
            <p:cNvSpPr/>
            <p:nvPr/>
          </p:nvSpPr>
          <p:spPr>
            <a:xfrm>
              <a:off x="4686050" y="2886350"/>
              <a:ext cx="469425" cy="327650"/>
            </a:xfrm>
            <a:custGeom>
              <a:avLst/>
              <a:gdLst/>
              <a:ahLst/>
              <a:cxnLst/>
              <a:rect l="l" t="t" r="r" b="b"/>
              <a:pathLst>
                <a:path w="18777" h="13106" extrusionOk="0">
                  <a:moveTo>
                    <a:pt x="9362" y="1"/>
                  </a:moveTo>
                  <a:cubicBezTo>
                    <a:pt x="3439" y="1"/>
                    <a:pt x="1" y="9203"/>
                    <a:pt x="6531" y="12396"/>
                  </a:cubicBezTo>
                  <a:cubicBezTo>
                    <a:pt x="7532" y="12887"/>
                    <a:pt x="8501" y="13105"/>
                    <a:pt x="9412" y="13105"/>
                  </a:cubicBezTo>
                  <a:cubicBezTo>
                    <a:pt x="15330" y="13105"/>
                    <a:pt x="18777" y="3903"/>
                    <a:pt x="12246" y="710"/>
                  </a:cubicBezTo>
                  <a:cubicBezTo>
                    <a:pt x="11244" y="219"/>
                    <a:pt x="10274" y="1"/>
                    <a:pt x="9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0"/>
            <p:cNvSpPr/>
            <p:nvPr/>
          </p:nvSpPr>
          <p:spPr>
            <a:xfrm>
              <a:off x="4696750" y="2893600"/>
              <a:ext cx="447700" cy="312325"/>
            </a:xfrm>
            <a:custGeom>
              <a:avLst/>
              <a:gdLst/>
              <a:ahLst/>
              <a:cxnLst/>
              <a:rect l="l" t="t" r="r" b="b"/>
              <a:pathLst>
                <a:path w="17908" h="12493" extrusionOk="0">
                  <a:moveTo>
                    <a:pt x="8933" y="1"/>
                  </a:moveTo>
                  <a:cubicBezTo>
                    <a:pt x="3275" y="1"/>
                    <a:pt x="1" y="8778"/>
                    <a:pt x="6225" y="11817"/>
                  </a:cubicBezTo>
                  <a:cubicBezTo>
                    <a:pt x="7183" y="12285"/>
                    <a:pt x="8110" y="12493"/>
                    <a:pt x="8981" y="12493"/>
                  </a:cubicBezTo>
                  <a:cubicBezTo>
                    <a:pt x="14637" y="12493"/>
                    <a:pt x="17908" y="3734"/>
                    <a:pt x="11685" y="675"/>
                  </a:cubicBezTo>
                  <a:cubicBezTo>
                    <a:pt x="10729" y="208"/>
                    <a:pt x="9803" y="1"/>
                    <a:pt x="89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0"/>
            <p:cNvSpPr/>
            <p:nvPr/>
          </p:nvSpPr>
          <p:spPr>
            <a:xfrm>
              <a:off x="4886775" y="3089300"/>
              <a:ext cx="37375" cy="62175"/>
            </a:xfrm>
            <a:custGeom>
              <a:avLst/>
              <a:gdLst/>
              <a:ahLst/>
              <a:cxnLst/>
              <a:rect l="l" t="t" r="r" b="b"/>
              <a:pathLst>
                <a:path w="1495" h="2487" extrusionOk="0">
                  <a:moveTo>
                    <a:pt x="907" y="1"/>
                  </a:moveTo>
                  <a:cubicBezTo>
                    <a:pt x="588" y="1"/>
                    <a:pt x="225" y="361"/>
                    <a:pt x="111" y="782"/>
                  </a:cubicBezTo>
                  <a:cubicBezTo>
                    <a:pt x="67" y="938"/>
                    <a:pt x="33" y="1104"/>
                    <a:pt x="33" y="1271"/>
                  </a:cubicBezTo>
                  <a:cubicBezTo>
                    <a:pt x="0" y="1648"/>
                    <a:pt x="89" y="2047"/>
                    <a:pt x="333" y="2314"/>
                  </a:cubicBezTo>
                  <a:cubicBezTo>
                    <a:pt x="422" y="2391"/>
                    <a:pt x="511" y="2469"/>
                    <a:pt x="622" y="2480"/>
                  </a:cubicBezTo>
                  <a:cubicBezTo>
                    <a:pt x="652" y="2485"/>
                    <a:pt x="681" y="2487"/>
                    <a:pt x="709" y="2487"/>
                  </a:cubicBezTo>
                  <a:cubicBezTo>
                    <a:pt x="1436" y="2487"/>
                    <a:pt x="1495" y="1009"/>
                    <a:pt x="1398" y="560"/>
                  </a:cubicBezTo>
                  <a:cubicBezTo>
                    <a:pt x="1310" y="158"/>
                    <a:pt x="1118" y="1"/>
                    <a:pt x="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0"/>
            <p:cNvSpPr/>
            <p:nvPr/>
          </p:nvSpPr>
          <p:spPr>
            <a:xfrm>
              <a:off x="4890650" y="3093550"/>
              <a:ext cx="29375" cy="49625"/>
            </a:xfrm>
            <a:custGeom>
              <a:avLst/>
              <a:gdLst/>
              <a:ahLst/>
              <a:cxnLst/>
              <a:rect l="l" t="t" r="r" b="b"/>
              <a:pathLst>
                <a:path w="1175" h="1985" extrusionOk="0">
                  <a:moveTo>
                    <a:pt x="716" y="1"/>
                  </a:moveTo>
                  <a:cubicBezTo>
                    <a:pt x="461" y="1"/>
                    <a:pt x="172" y="287"/>
                    <a:pt x="78" y="634"/>
                  </a:cubicBezTo>
                  <a:cubicBezTo>
                    <a:pt x="45" y="745"/>
                    <a:pt x="23" y="867"/>
                    <a:pt x="12" y="1001"/>
                  </a:cubicBezTo>
                  <a:cubicBezTo>
                    <a:pt x="1" y="1311"/>
                    <a:pt x="56" y="1611"/>
                    <a:pt x="245" y="1833"/>
                  </a:cubicBezTo>
                  <a:cubicBezTo>
                    <a:pt x="300" y="1911"/>
                    <a:pt x="389" y="1966"/>
                    <a:pt x="489" y="1977"/>
                  </a:cubicBezTo>
                  <a:cubicBezTo>
                    <a:pt x="515" y="1982"/>
                    <a:pt x="540" y="1984"/>
                    <a:pt x="564" y="1984"/>
                  </a:cubicBezTo>
                  <a:cubicBezTo>
                    <a:pt x="1126" y="1984"/>
                    <a:pt x="1174" y="797"/>
                    <a:pt x="1110" y="446"/>
                  </a:cubicBezTo>
                  <a:cubicBezTo>
                    <a:pt x="1039" y="127"/>
                    <a:pt x="886" y="1"/>
                    <a:pt x="7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0"/>
            <p:cNvSpPr/>
            <p:nvPr/>
          </p:nvSpPr>
          <p:spPr>
            <a:xfrm>
              <a:off x="4896200" y="3104950"/>
              <a:ext cx="12225" cy="14500"/>
            </a:xfrm>
            <a:custGeom>
              <a:avLst/>
              <a:gdLst/>
              <a:ahLst/>
              <a:cxnLst/>
              <a:rect l="l" t="t" r="r" b="b"/>
              <a:pathLst>
                <a:path w="489" h="580" extrusionOk="0">
                  <a:moveTo>
                    <a:pt x="269" y="1"/>
                  </a:moveTo>
                  <a:cubicBezTo>
                    <a:pt x="97" y="1"/>
                    <a:pt x="1" y="303"/>
                    <a:pt x="23" y="434"/>
                  </a:cubicBezTo>
                  <a:cubicBezTo>
                    <a:pt x="45" y="511"/>
                    <a:pt x="78" y="578"/>
                    <a:pt x="156" y="578"/>
                  </a:cubicBezTo>
                  <a:cubicBezTo>
                    <a:pt x="162" y="579"/>
                    <a:pt x="167" y="579"/>
                    <a:pt x="173" y="579"/>
                  </a:cubicBezTo>
                  <a:cubicBezTo>
                    <a:pt x="232" y="579"/>
                    <a:pt x="280" y="529"/>
                    <a:pt x="300" y="478"/>
                  </a:cubicBezTo>
                  <a:cubicBezTo>
                    <a:pt x="378" y="378"/>
                    <a:pt x="489" y="1"/>
                    <a:pt x="278" y="1"/>
                  </a:cubicBezTo>
                  <a:cubicBezTo>
                    <a:pt x="275" y="1"/>
                    <a:pt x="272" y="1"/>
                    <a:pt x="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0"/>
            <p:cNvSpPr/>
            <p:nvPr/>
          </p:nvSpPr>
          <p:spPr>
            <a:xfrm>
              <a:off x="4846825" y="3107900"/>
              <a:ext cx="41075" cy="62400"/>
            </a:xfrm>
            <a:custGeom>
              <a:avLst/>
              <a:gdLst/>
              <a:ahLst/>
              <a:cxnLst/>
              <a:rect l="l" t="t" r="r" b="b"/>
              <a:pathLst>
                <a:path w="1643" h="2496" extrusionOk="0">
                  <a:moveTo>
                    <a:pt x="725" y="1"/>
                  </a:moveTo>
                  <a:cubicBezTo>
                    <a:pt x="384" y="1"/>
                    <a:pt x="50" y="452"/>
                    <a:pt x="0" y="926"/>
                  </a:cubicBezTo>
                  <a:cubicBezTo>
                    <a:pt x="0" y="1093"/>
                    <a:pt x="0" y="1259"/>
                    <a:pt x="22" y="1414"/>
                  </a:cubicBezTo>
                  <a:cubicBezTo>
                    <a:pt x="56" y="1792"/>
                    <a:pt x="211" y="2158"/>
                    <a:pt x="499" y="2380"/>
                  </a:cubicBezTo>
                  <a:cubicBezTo>
                    <a:pt x="584" y="2446"/>
                    <a:pt x="677" y="2496"/>
                    <a:pt x="771" y="2496"/>
                  </a:cubicBezTo>
                  <a:cubicBezTo>
                    <a:pt x="788" y="2496"/>
                    <a:pt x="805" y="2494"/>
                    <a:pt x="821" y="2491"/>
                  </a:cubicBezTo>
                  <a:cubicBezTo>
                    <a:pt x="1643" y="2480"/>
                    <a:pt x="1421" y="904"/>
                    <a:pt x="1243" y="471"/>
                  </a:cubicBezTo>
                  <a:cubicBezTo>
                    <a:pt x="1098" y="135"/>
                    <a:pt x="911" y="1"/>
                    <a:pt x="7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0"/>
            <p:cNvSpPr/>
            <p:nvPr/>
          </p:nvSpPr>
          <p:spPr>
            <a:xfrm>
              <a:off x="4850150" y="3112450"/>
              <a:ext cx="32475" cy="49675"/>
            </a:xfrm>
            <a:custGeom>
              <a:avLst/>
              <a:gdLst/>
              <a:ahLst/>
              <a:cxnLst/>
              <a:rect l="l" t="t" r="r" b="b"/>
              <a:pathLst>
                <a:path w="1299" h="1987" extrusionOk="0">
                  <a:moveTo>
                    <a:pt x="573" y="0"/>
                  </a:moveTo>
                  <a:cubicBezTo>
                    <a:pt x="304" y="0"/>
                    <a:pt x="36" y="360"/>
                    <a:pt x="0" y="733"/>
                  </a:cubicBezTo>
                  <a:cubicBezTo>
                    <a:pt x="0" y="855"/>
                    <a:pt x="0" y="988"/>
                    <a:pt x="11" y="1110"/>
                  </a:cubicBezTo>
                  <a:cubicBezTo>
                    <a:pt x="56" y="1399"/>
                    <a:pt x="167" y="1698"/>
                    <a:pt x="400" y="1887"/>
                  </a:cubicBezTo>
                  <a:cubicBezTo>
                    <a:pt x="466" y="1943"/>
                    <a:pt x="566" y="1987"/>
                    <a:pt x="644" y="1987"/>
                  </a:cubicBezTo>
                  <a:cubicBezTo>
                    <a:pt x="1299" y="1965"/>
                    <a:pt x="1132" y="722"/>
                    <a:pt x="977" y="378"/>
                  </a:cubicBezTo>
                  <a:cubicBezTo>
                    <a:pt x="867" y="107"/>
                    <a:pt x="720" y="0"/>
                    <a:pt x="5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0"/>
            <p:cNvSpPr/>
            <p:nvPr/>
          </p:nvSpPr>
          <p:spPr>
            <a:xfrm>
              <a:off x="4854575" y="3124850"/>
              <a:ext cx="10700" cy="14525"/>
            </a:xfrm>
            <a:custGeom>
              <a:avLst/>
              <a:gdLst/>
              <a:ahLst/>
              <a:cxnLst/>
              <a:rect l="l" t="t" r="r" b="b"/>
              <a:pathLst>
                <a:path w="428" h="581" extrusionOk="0">
                  <a:moveTo>
                    <a:pt x="254" y="0"/>
                  </a:moveTo>
                  <a:cubicBezTo>
                    <a:pt x="245" y="0"/>
                    <a:pt x="234" y="1"/>
                    <a:pt x="223" y="4"/>
                  </a:cubicBezTo>
                  <a:cubicBezTo>
                    <a:pt x="45" y="26"/>
                    <a:pt x="1" y="337"/>
                    <a:pt x="45" y="459"/>
                  </a:cubicBezTo>
                  <a:cubicBezTo>
                    <a:pt x="67" y="525"/>
                    <a:pt x="123" y="581"/>
                    <a:pt x="189" y="581"/>
                  </a:cubicBezTo>
                  <a:cubicBezTo>
                    <a:pt x="267" y="581"/>
                    <a:pt x="300" y="514"/>
                    <a:pt x="334" y="459"/>
                  </a:cubicBezTo>
                  <a:cubicBezTo>
                    <a:pt x="376" y="354"/>
                    <a:pt x="428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0"/>
            <p:cNvSpPr/>
            <p:nvPr/>
          </p:nvSpPr>
          <p:spPr>
            <a:xfrm>
              <a:off x="4934275" y="3081225"/>
              <a:ext cx="39350" cy="61025"/>
            </a:xfrm>
            <a:custGeom>
              <a:avLst/>
              <a:gdLst/>
              <a:ahLst/>
              <a:cxnLst/>
              <a:rect l="l" t="t" r="r" b="b"/>
              <a:pathLst>
                <a:path w="1574" h="2441" extrusionOk="0">
                  <a:moveTo>
                    <a:pt x="506" y="1"/>
                  </a:moveTo>
                  <a:cubicBezTo>
                    <a:pt x="263" y="1"/>
                    <a:pt x="61" y="181"/>
                    <a:pt x="31" y="639"/>
                  </a:cubicBezTo>
                  <a:cubicBezTo>
                    <a:pt x="0" y="1072"/>
                    <a:pt x="266" y="2441"/>
                    <a:pt x="925" y="2441"/>
                  </a:cubicBezTo>
                  <a:cubicBezTo>
                    <a:pt x="976" y="2441"/>
                    <a:pt x="1030" y="2432"/>
                    <a:pt x="1085" y="2415"/>
                  </a:cubicBezTo>
                  <a:cubicBezTo>
                    <a:pt x="1196" y="2381"/>
                    <a:pt x="1274" y="2304"/>
                    <a:pt x="1352" y="2204"/>
                  </a:cubicBezTo>
                  <a:cubicBezTo>
                    <a:pt x="1552" y="1915"/>
                    <a:pt x="1574" y="1516"/>
                    <a:pt x="1485" y="1138"/>
                  </a:cubicBezTo>
                  <a:cubicBezTo>
                    <a:pt x="1441" y="972"/>
                    <a:pt x="1385" y="817"/>
                    <a:pt x="1352" y="661"/>
                  </a:cubicBezTo>
                  <a:cubicBezTo>
                    <a:pt x="1179" y="285"/>
                    <a:pt x="810" y="1"/>
                    <a:pt x="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0"/>
            <p:cNvSpPr/>
            <p:nvPr/>
          </p:nvSpPr>
          <p:spPr>
            <a:xfrm>
              <a:off x="4937575" y="3085275"/>
              <a:ext cx="31350" cy="48500"/>
            </a:xfrm>
            <a:custGeom>
              <a:avLst/>
              <a:gdLst/>
              <a:ahLst/>
              <a:cxnLst/>
              <a:rect l="l" t="t" r="r" b="b"/>
              <a:pathLst>
                <a:path w="1254" h="1940" extrusionOk="0">
                  <a:moveTo>
                    <a:pt x="398" y="1"/>
                  </a:moveTo>
                  <a:cubicBezTo>
                    <a:pt x="206" y="1"/>
                    <a:pt x="46" y="142"/>
                    <a:pt x="21" y="499"/>
                  </a:cubicBezTo>
                  <a:cubicBezTo>
                    <a:pt x="1" y="850"/>
                    <a:pt x="210" y="1939"/>
                    <a:pt x="739" y="1939"/>
                  </a:cubicBezTo>
                  <a:cubicBezTo>
                    <a:pt x="779" y="1939"/>
                    <a:pt x="821" y="1933"/>
                    <a:pt x="865" y="1920"/>
                  </a:cubicBezTo>
                  <a:cubicBezTo>
                    <a:pt x="953" y="1887"/>
                    <a:pt x="1020" y="1820"/>
                    <a:pt x="1076" y="1753"/>
                  </a:cubicBezTo>
                  <a:cubicBezTo>
                    <a:pt x="1242" y="1498"/>
                    <a:pt x="1253" y="1187"/>
                    <a:pt x="1187" y="888"/>
                  </a:cubicBezTo>
                  <a:cubicBezTo>
                    <a:pt x="1164" y="766"/>
                    <a:pt x="1120" y="644"/>
                    <a:pt x="1064" y="533"/>
                  </a:cubicBezTo>
                  <a:cubicBezTo>
                    <a:pt x="934" y="228"/>
                    <a:pt x="641" y="1"/>
                    <a:pt x="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0"/>
            <p:cNvSpPr/>
            <p:nvPr/>
          </p:nvSpPr>
          <p:spPr>
            <a:xfrm>
              <a:off x="4948075" y="3096300"/>
              <a:ext cx="13075" cy="13725"/>
            </a:xfrm>
            <a:custGeom>
              <a:avLst/>
              <a:gdLst/>
              <a:ahLst/>
              <a:cxnLst/>
              <a:rect l="l" t="t" r="r" b="b"/>
              <a:pathLst>
                <a:path w="523" h="549" extrusionOk="0">
                  <a:moveTo>
                    <a:pt x="232" y="0"/>
                  </a:moveTo>
                  <a:cubicBezTo>
                    <a:pt x="221" y="0"/>
                    <a:pt x="211" y="1"/>
                    <a:pt x="201" y="3"/>
                  </a:cubicBezTo>
                  <a:cubicBezTo>
                    <a:pt x="1" y="36"/>
                    <a:pt x="167" y="380"/>
                    <a:pt x="256" y="480"/>
                  </a:cubicBezTo>
                  <a:cubicBezTo>
                    <a:pt x="285" y="519"/>
                    <a:pt x="339" y="549"/>
                    <a:pt x="396" y="549"/>
                  </a:cubicBezTo>
                  <a:cubicBezTo>
                    <a:pt x="405" y="549"/>
                    <a:pt x="414" y="548"/>
                    <a:pt x="423" y="547"/>
                  </a:cubicBezTo>
                  <a:cubicBezTo>
                    <a:pt x="489" y="524"/>
                    <a:pt x="522" y="447"/>
                    <a:pt x="522" y="380"/>
                  </a:cubicBezTo>
                  <a:cubicBezTo>
                    <a:pt x="522" y="254"/>
                    <a:pt x="404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0"/>
            <p:cNvSpPr/>
            <p:nvPr/>
          </p:nvSpPr>
          <p:spPr>
            <a:xfrm>
              <a:off x="4979475" y="3094400"/>
              <a:ext cx="39100" cy="62475"/>
            </a:xfrm>
            <a:custGeom>
              <a:avLst/>
              <a:gdLst/>
              <a:ahLst/>
              <a:cxnLst/>
              <a:rect l="l" t="t" r="r" b="b"/>
              <a:pathLst>
                <a:path w="1564" h="2499" extrusionOk="0">
                  <a:moveTo>
                    <a:pt x="784" y="1"/>
                  </a:moveTo>
                  <a:cubicBezTo>
                    <a:pt x="591" y="1"/>
                    <a:pt x="402" y="143"/>
                    <a:pt x="276" y="501"/>
                  </a:cubicBezTo>
                  <a:cubicBezTo>
                    <a:pt x="122" y="941"/>
                    <a:pt x="1" y="2498"/>
                    <a:pt x="803" y="2498"/>
                  </a:cubicBezTo>
                  <a:cubicBezTo>
                    <a:pt x="809" y="2498"/>
                    <a:pt x="814" y="2498"/>
                    <a:pt x="820" y="2498"/>
                  </a:cubicBezTo>
                  <a:cubicBezTo>
                    <a:pt x="931" y="2487"/>
                    <a:pt x="1042" y="2432"/>
                    <a:pt x="1120" y="2354"/>
                  </a:cubicBezTo>
                  <a:cubicBezTo>
                    <a:pt x="1408" y="2121"/>
                    <a:pt x="1519" y="1732"/>
                    <a:pt x="1553" y="1355"/>
                  </a:cubicBezTo>
                  <a:cubicBezTo>
                    <a:pt x="1564" y="1189"/>
                    <a:pt x="1553" y="1044"/>
                    <a:pt x="1519" y="889"/>
                  </a:cubicBezTo>
                  <a:cubicBezTo>
                    <a:pt x="1463" y="425"/>
                    <a:pt x="1117" y="1"/>
                    <a:pt x="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0"/>
            <p:cNvSpPr/>
            <p:nvPr/>
          </p:nvSpPr>
          <p:spPr>
            <a:xfrm>
              <a:off x="4984200" y="3098600"/>
              <a:ext cx="31050" cy="49675"/>
            </a:xfrm>
            <a:custGeom>
              <a:avLst/>
              <a:gdLst/>
              <a:ahLst/>
              <a:cxnLst/>
              <a:rect l="l" t="t" r="r" b="b"/>
              <a:pathLst>
                <a:path w="1242" h="1987" extrusionOk="0">
                  <a:moveTo>
                    <a:pt x="628" y="1"/>
                  </a:moveTo>
                  <a:cubicBezTo>
                    <a:pt x="473" y="1"/>
                    <a:pt x="322" y="114"/>
                    <a:pt x="220" y="399"/>
                  </a:cubicBezTo>
                  <a:cubicBezTo>
                    <a:pt x="99" y="740"/>
                    <a:pt x="0" y="1986"/>
                    <a:pt x="636" y="1986"/>
                  </a:cubicBezTo>
                  <a:cubicBezTo>
                    <a:pt x="642" y="1986"/>
                    <a:pt x="648" y="1986"/>
                    <a:pt x="653" y="1986"/>
                  </a:cubicBezTo>
                  <a:cubicBezTo>
                    <a:pt x="753" y="1986"/>
                    <a:pt x="831" y="1931"/>
                    <a:pt x="909" y="1875"/>
                  </a:cubicBezTo>
                  <a:cubicBezTo>
                    <a:pt x="1131" y="1686"/>
                    <a:pt x="1219" y="1387"/>
                    <a:pt x="1241" y="1076"/>
                  </a:cubicBezTo>
                  <a:cubicBezTo>
                    <a:pt x="1241" y="954"/>
                    <a:pt x="1241" y="810"/>
                    <a:pt x="1219" y="710"/>
                  </a:cubicBezTo>
                  <a:cubicBezTo>
                    <a:pt x="1170" y="338"/>
                    <a:pt x="894" y="1"/>
                    <a:pt x="6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0"/>
            <p:cNvSpPr/>
            <p:nvPr/>
          </p:nvSpPr>
          <p:spPr>
            <a:xfrm>
              <a:off x="4999475" y="3110225"/>
              <a:ext cx="11050" cy="15000"/>
            </a:xfrm>
            <a:custGeom>
              <a:avLst/>
              <a:gdLst/>
              <a:ahLst/>
              <a:cxnLst/>
              <a:rect l="l" t="t" r="r" b="b"/>
              <a:pathLst>
                <a:path w="442" h="600" extrusionOk="0">
                  <a:moveTo>
                    <a:pt x="200" y="0"/>
                  </a:moveTo>
                  <a:cubicBezTo>
                    <a:pt x="0" y="0"/>
                    <a:pt x="76" y="369"/>
                    <a:pt x="131" y="478"/>
                  </a:cubicBezTo>
                  <a:cubicBezTo>
                    <a:pt x="153" y="544"/>
                    <a:pt x="198" y="600"/>
                    <a:pt x="264" y="600"/>
                  </a:cubicBezTo>
                  <a:cubicBezTo>
                    <a:pt x="331" y="600"/>
                    <a:pt x="386" y="544"/>
                    <a:pt x="409" y="478"/>
                  </a:cubicBezTo>
                  <a:cubicBezTo>
                    <a:pt x="442" y="334"/>
                    <a:pt x="386" y="34"/>
                    <a:pt x="209" y="1"/>
                  </a:cubicBezTo>
                  <a:cubicBezTo>
                    <a:pt x="206" y="1"/>
                    <a:pt x="203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0"/>
            <p:cNvSpPr/>
            <p:nvPr/>
          </p:nvSpPr>
          <p:spPr>
            <a:xfrm>
              <a:off x="4824350" y="2969025"/>
              <a:ext cx="71025" cy="44975"/>
            </a:xfrm>
            <a:custGeom>
              <a:avLst/>
              <a:gdLst/>
              <a:ahLst/>
              <a:cxnLst/>
              <a:rect l="l" t="t" r="r" b="b"/>
              <a:pathLst>
                <a:path w="2841" h="1799" extrusionOk="0">
                  <a:moveTo>
                    <a:pt x="1046" y="0"/>
                  </a:moveTo>
                  <a:cubicBezTo>
                    <a:pt x="947" y="0"/>
                    <a:pt x="849" y="14"/>
                    <a:pt x="755" y="44"/>
                  </a:cubicBezTo>
                  <a:cubicBezTo>
                    <a:pt x="644" y="89"/>
                    <a:pt x="533" y="144"/>
                    <a:pt x="477" y="244"/>
                  </a:cubicBezTo>
                  <a:cubicBezTo>
                    <a:pt x="0" y="910"/>
                    <a:pt x="1421" y="1653"/>
                    <a:pt x="1865" y="1764"/>
                  </a:cubicBezTo>
                  <a:cubicBezTo>
                    <a:pt x="1965" y="1788"/>
                    <a:pt x="2055" y="1799"/>
                    <a:pt x="2135" y="1799"/>
                  </a:cubicBezTo>
                  <a:cubicBezTo>
                    <a:pt x="2841" y="1799"/>
                    <a:pt x="2717" y="938"/>
                    <a:pt x="2209" y="499"/>
                  </a:cubicBezTo>
                  <a:cubicBezTo>
                    <a:pt x="2098" y="399"/>
                    <a:pt x="1976" y="300"/>
                    <a:pt x="1820" y="233"/>
                  </a:cubicBezTo>
                  <a:cubicBezTo>
                    <a:pt x="1579" y="96"/>
                    <a:pt x="1308" y="0"/>
                    <a:pt x="1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0"/>
            <p:cNvSpPr/>
            <p:nvPr/>
          </p:nvSpPr>
          <p:spPr>
            <a:xfrm>
              <a:off x="4834325" y="2974375"/>
              <a:ext cx="56925" cy="36150"/>
            </a:xfrm>
            <a:custGeom>
              <a:avLst/>
              <a:gdLst/>
              <a:ahLst/>
              <a:cxnLst/>
              <a:rect l="l" t="t" r="r" b="b"/>
              <a:pathLst>
                <a:path w="2277" h="1446" extrusionOk="0">
                  <a:moveTo>
                    <a:pt x="839" y="1"/>
                  </a:moveTo>
                  <a:cubicBezTo>
                    <a:pt x="758" y="1"/>
                    <a:pt x="678" y="13"/>
                    <a:pt x="600" y="41"/>
                  </a:cubicBezTo>
                  <a:cubicBezTo>
                    <a:pt x="522" y="74"/>
                    <a:pt x="433" y="108"/>
                    <a:pt x="378" y="196"/>
                  </a:cubicBezTo>
                  <a:cubicBezTo>
                    <a:pt x="1" y="740"/>
                    <a:pt x="1133" y="1328"/>
                    <a:pt x="1488" y="1417"/>
                  </a:cubicBezTo>
                  <a:cubicBezTo>
                    <a:pt x="1570" y="1436"/>
                    <a:pt x="1643" y="1445"/>
                    <a:pt x="1708" y="1445"/>
                  </a:cubicBezTo>
                  <a:cubicBezTo>
                    <a:pt x="2276" y="1445"/>
                    <a:pt x="2164" y="756"/>
                    <a:pt x="1765" y="407"/>
                  </a:cubicBezTo>
                  <a:cubicBezTo>
                    <a:pt x="1665" y="319"/>
                    <a:pt x="1554" y="252"/>
                    <a:pt x="1443" y="185"/>
                  </a:cubicBezTo>
                  <a:cubicBezTo>
                    <a:pt x="1260" y="82"/>
                    <a:pt x="1047" y="1"/>
                    <a:pt x="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0"/>
            <p:cNvSpPr/>
            <p:nvPr/>
          </p:nvSpPr>
          <p:spPr>
            <a:xfrm>
              <a:off x="4865400" y="2985225"/>
              <a:ext cx="14175" cy="12050"/>
            </a:xfrm>
            <a:custGeom>
              <a:avLst/>
              <a:gdLst/>
              <a:ahLst/>
              <a:cxnLst/>
              <a:rect l="l" t="t" r="r" b="b"/>
              <a:pathLst>
                <a:path w="567" h="482" extrusionOk="0">
                  <a:moveTo>
                    <a:pt x="137" y="1"/>
                  </a:moveTo>
                  <a:cubicBezTo>
                    <a:pt x="90" y="1"/>
                    <a:pt x="46" y="13"/>
                    <a:pt x="23" y="51"/>
                  </a:cubicBezTo>
                  <a:cubicBezTo>
                    <a:pt x="1" y="107"/>
                    <a:pt x="12" y="173"/>
                    <a:pt x="56" y="229"/>
                  </a:cubicBezTo>
                  <a:cubicBezTo>
                    <a:pt x="106" y="304"/>
                    <a:pt x="278" y="481"/>
                    <a:pt x="401" y="481"/>
                  </a:cubicBezTo>
                  <a:cubicBezTo>
                    <a:pt x="441" y="481"/>
                    <a:pt x="476" y="463"/>
                    <a:pt x="500" y="417"/>
                  </a:cubicBezTo>
                  <a:cubicBezTo>
                    <a:pt x="567" y="262"/>
                    <a:pt x="345" y="51"/>
                    <a:pt x="200" y="7"/>
                  </a:cubicBezTo>
                  <a:cubicBezTo>
                    <a:pt x="180" y="3"/>
                    <a:pt x="158" y="1"/>
                    <a:pt x="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0"/>
            <p:cNvSpPr/>
            <p:nvPr/>
          </p:nvSpPr>
          <p:spPr>
            <a:xfrm>
              <a:off x="4825725" y="2926375"/>
              <a:ext cx="74575" cy="40225"/>
            </a:xfrm>
            <a:custGeom>
              <a:avLst/>
              <a:gdLst/>
              <a:ahLst/>
              <a:cxnLst/>
              <a:rect l="l" t="t" r="r" b="b"/>
              <a:pathLst>
                <a:path w="2983" h="1609" extrusionOk="0">
                  <a:moveTo>
                    <a:pt x="1083" y="1"/>
                  </a:moveTo>
                  <a:cubicBezTo>
                    <a:pt x="901" y="1"/>
                    <a:pt x="725" y="37"/>
                    <a:pt x="567" y="119"/>
                  </a:cubicBezTo>
                  <a:cubicBezTo>
                    <a:pt x="478" y="174"/>
                    <a:pt x="378" y="241"/>
                    <a:pt x="334" y="352"/>
                  </a:cubicBezTo>
                  <a:cubicBezTo>
                    <a:pt x="1" y="1107"/>
                    <a:pt x="1510" y="1573"/>
                    <a:pt x="1976" y="1606"/>
                  </a:cubicBezTo>
                  <a:cubicBezTo>
                    <a:pt x="2004" y="1607"/>
                    <a:pt x="2031" y="1608"/>
                    <a:pt x="2056" y="1608"/>
                  </a:cubicBezTo>
                  <a:cubicBezTo>
                    <a:pt x="2982" y="1608"/>
                    <a:pt x="2713" y="663"/>
                    <a:pt x="2087" y="296"/>
                  </a:cubicBezTo>
                  <a:cubicBezTo>
                    <a:pt x="1954" y="230"/>
                    <a:pt x="1810" y="163"/>
                    <a:pt x="1654" y="108"/>
                  </a:cubicBezTo>
                  <a:cubicBezTo>
                    <a:pt x="1468" y="40"/>
                    <a:pt x="1273" y="1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0"/>
            <p:cNvSpPr/>
            <p:nvPr/>
          </p:nvSpPr>
          <p:spPr>
            <a:xfrm>
              <a:off x="4835450" y="2931075"/>
              <a:ext cx="59375" cy="31900"/>
            </a:xfrm>
            <a:custGeom>
              <a:avLst/>
              <a:gdLst/>
              <a:ahLst/>
              <a:cxnLst/>
              <a:rect l="l" t="t" r="r" b="b"/>
              <a:pathLst>
                <a:path w="2375" h="1276" extrusionOk="0">
                  <a:moveTo>
                    <a:pt x="855" y="0"/>
                  </a:moveTo>
                  <a:cubicBezTo>
                    <a:pt x="714" y="0"/>
                    <a:pt x="577" y="28"/>
                    <a:pt x="455" y="97"/>
                  </a:cubicBezTo>
                  <a:cubicBezTo>
                    <a:pt x="377" y="142"/>
                    <a:pt x="311" y="197"/>
                    <a:pt x="266" y="275"/>
                  </a:cubicBezTo>
                  <a:cubicBezTo>
                    <a:pt x="0" y="874"/>
                    <a:pt x="1210" y="1263"/>
                    <a:pt x="1565" y="1274"/>
                  </a:cubicBezTo>
                  <a:cubicBezTo>
                    <a:pt x="1587" y="1275"/>
                    <a:pt x="1609" y="1276"/>
                    <a:pt x="1630" y="1276"/>
                  </a:cubicBezTo>
                  <a:cubicBezTo>
                    <a:pt x="2374" y="1276"/>
                    <a:pt x="2161" y="522"/>
                    <a:pt x="1665" y="231"/>
                  </a:cubicBezTo>
                  <a:cubicBezTo>
                    <a:pt x="1554" y="175"/>
                    <a:pt x="1443" y="120"/>
                    <a:pt x="1321" y="86"/>
                  </a:cubicBezTo>
                  <a:cubicBezTo>
                    <a:pt x="1170" y="34"/>
                    <a:pt x="1010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0"/>
            <p:cNvSpPr/>
            <p:nvPr/>
          </p:nvSpPr>
          <p:spPr>
            <a:xfrm>
              <a:off x="4864575" y="2939250"/>
              <a:ext cx="15000" cy="11275"/>
            </a:xfrm>
            <a:custGeom>
              <a:avLst/>
              <a:gdLst/>
              <a:ahLst/>
              <a:cxnLst/>
              <a:rect l="l" t="t" r="r" b="b"/>
              <a:pathLst>
                <a:path w="600" h="451" extrusionOk="0">
                  <a:moveTo>
                    <a:pt x="163" y="1"/>
                  </a:moveTo>
                  <a:cubicBezTo>
                    <a:pt x="99" y="1"/>
                    <a:pt x="43" y="27"/>
                    <a:pt x="34" y="92"/>
                  </a:cubicBezTo>
                  <a:cubicBezTo>
                    <a:pt x="0" y="148"/>
                    <a:pt x="45" y="214"/>
                    <a:pt x="89" y="270"/>
                  </a:cubicBezTo>
                  <a:cubicBezTo>
                    <a:pt x="144" y="324"/>
                    <a:pt x="320" y="451"/>
                    <a:pt x="442" y="451"/>
                  </a:cubicBezTo>
                  <a:cubicBezTo>
                    <a:pt x="494" y="451"/>
                    <a:pt x="536" y="429"/>
                    <a:pt x="555" y="370"/>
                  </a:cubicBezTo>
                  <a:cubicBezTo>
                    <a:pt x="600" y="181"/>
                    <a:pt x="333" y="14"/>
                    <a:pt x="200" y="3"/>
                  </a:cubicBezTo>
                  <a:cubicBezTo>
                    <a:pt x="188" y="2"/>
                    <a:pt x="175" y="1"/>
                    <a:pt x="1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0"/>
            <p:cNvSpPr/>
            <p:nvPr/>
          </p:nvSpPr>
          <p:spPr>
            <a:xfrm>
              <a:off x="4819075" y="3020250"/>
              <a:ext cx="74025" cy="36475"/>
            </a:xfrm>
            <a:custGeom>
              <a:avLst/>
              <a:gdLst/>
              <a:ahLst/>
              <a:cxnLst/>
              <a:rect l="l" t="t" r="r" b="b"/>
              <a:pathLst>
                <a:path w="2961" h="1459" extrusionOk="0">
                  <a:moveTo>
                    <a:pt x="814" y="0"/>
                  </a:moveTo>
                  <a:cubicBezTo>
                    <a:pt x="416" y="0"/>
                    <a:pt x="73" y="118"/>
                    <a:pt x="22" y="481"/>
                  </a:cubicBezTo>
                  <a:cubicBezTo>
                    <a:pt x="0" y="603"/>
                    <a:pt x="45" y="714"/>
                    <a:pt x="100" y="814"/>
                  </a:cubicBezTo>
                  <a:cubicBezTo>
                    <a:pt x="278" y="1125"/>
                    <a:pt x="644" y="1314"/>
                    <a:pt x="999" y="1402"/>
                  </a:cubicBezTo>
                  <a:cubicBezTo>
                    <a:pt x="1154" y="1436"/>
                    <a:pt x="1321" y="1458"/>
                    <a:pt x="1476" y="1458"/>
                  </a:cubicBezTo>
                  <a:cubicBezTo>
                    <a:pt x="1488" y="1458"/>
                    <a:pt x="1500" y="1458"/>
                    <a:pt x="1511" y="1458"/>
                  </a:cubicBezTo>
                  <a:cubicBezTo>
                    <a:pt x="2243" y="1458"/>
                    <a:pt x="2960" y="784"/>
                    <a:pt x="2076" y="293"/>
                  </a:cubicBezTo>
                  <a:cubicBezTo>
                    <a:pt x="1851" y="171"/>
                    <a:pt x="1293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0"/>
            <p:cNvSpPr/>
            <p:nvPr/>
          </p:nvSpPr>
          <p:spPr>
            <a:xfrm>
              <a:off x="4827400" y="3024250"/>
              <a:ext cx="59025" cy="29300"/>
            </a:xfrm>
            <a:custGeom>
              <a:avLst/>
              <a:gdLst/>
              <a:ahLst/>
              <a:cxnLst/>
              <a:rect l="l" t="t" r="r" b="b"/>
              <a:pathLst>
                <a:path w="2361" h="1172" extrusionOk="0">
                  <a:moveTo>
                    <a:pt x="646" y="1"/>
                  </a:moveTo>
                  <a:cubicBezTo>
                    <a:pt x="329" y="1"/>
                    <a:pt x="58" y="96"/>
                    <a:pt x="22" y="388"/>
                  </a:cubicBezTo>
                  <a:cubicBezTo>
                    <a:pt x="0" y="488"/>
                    <a:pt x="45" y="576"/>
                    <a:pt x="89" y="654"/>
                  </a:cubicBezTo>
                  <a:cubicBezTo>
                    <a:pt x="222" y="909"/>
                    <a:pt x="522" y="1054"/>
                    <a:pt x="810" y="1131"/>
                  </a:cubicBezTo>
                  <a:cubicBezTo>
                    <a:pt x="904" y="1148"/>
                    <a:pt x="998" y="1172"/>
                    <a:pt x="1091" y="1172"/>
                  </a:cubicBezTo>
                  <a:cubicBezTo>
                    <a:pt x="1120" y="1172"/>
                    <a:pt x="1148" y="1170"/>
                    <a:pt x="1177" y="1165"/>
                  </a:cubicBezTo>
                  <a:cubicBezTo>
                    <a:pt x="1188" y="1165"/>
                    <a:pt x="1200" y="1165"/>
                    <a:pt x="1212" y="1165"/>
                  </a:cubicBezTo>
                  <a:cubicBezTo>
                    <a:pt x="1799" y="1165"/>
                    <a:pt x="2361" y="635"/>
                    <a:pt x="1654" y="243"/>
                  </a:cubicBezTo>
                  <a:cubicBezTo>
                    <a:pt x="1478" y="140"/>
                    <a:pt x="1029" y="1"/>
                    <a:pt x="6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0"/>
            <p:cNvSpPr/>
            <p:nvPr/>
          </p:nvSpPr>
          <p:spPr>
            <a:xfrm>
              <a:off x="4849025" y="3040250"/>
              <a:ext cx="15775" cy="8325"/>
            </a:xfrm>
            <a:custGeom>
              <a:avLst/>
              <a:gdLst/>
              <a:ahLst/>
              <a:cxnLst/>
              <a:rect l="l" t="t" r="r" b="b"/>
              <a:pathLst>
                <a:path w="631" h="333" extrusionOk="0">
                  <a:moveTo>
                    <a:pt x="315" y="0"/>
                  </a:moveTo>
                  <a:cubicBezTo>
                    <a:pt x="250" y="0"/>
                    <a:pt x="190" y="7"/>
                    <a:pt x="156" y="14"/>
                  </a:cubicBezTo>
                  <a:cubicBezTo>
                    <a:pt x="90" y="47"/>
                    <a:pt x="23" y="70"/>
                    <a:pt x="12" y="136"/>
                  </a:cubicBezTo>
                  <a:cubicBezTo>
                    <a:pt x="1" y="192"/>
                    <a:pt x="56" y="269"/>
                    <a:pt x="112" y="292"/>
                  </a:cubicBezTo>
                  <a:cubicBezTo>
                    <a:pt x="158" y="317"/>
                    <a:pt x="233" y="333"/>
                    <a:pt x="311" y="333"/>
                  </a:cubicBezTo>
                  <a:cubicBezTo>
                    <a:pt x="438" y="333"/>
                    <a:pt x="573" y="291"/>
                    <a:pt x="600" y="181"/>
                  </a:cubicBezTo>
                  <a:cubicBezTo>
                    <a:pt x="631" y="35"/>
                    <a:pt x="460" y="0"/>
                    <a:pt x="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0"/>
            <p:cNvSpPr/>
            <p:nvPr/>
          </p:nvSpPr>
          <p:spPr>
            <a:xfrm>
              <a:off x="4787725" y="3052925"/>
              <a:ext cx="67125" cy="42875"/>
            </a:xfrm>
            <a:custGeom>
              <a:avLst/>
              <a:gdLst/>
              <a:ahLst/>
              <a:cxnLst/>
              <a:rect l="l" t="t" r="r" b="b"/>
              <a:pathLst>
                <a:path w="2685" h="1715" extrusionOk="0">
                  <a:moveTo>
                    <a:pt x="575" y="1"/>
                  </a:moveTo>
                  <a:cubicBezTo>
                    <a:pt x="340" y="1"/>
                    <a:pt x="143" y="87"/>
                    <a:pt x="45" y="317"/>
                  </a:cubicBezTo>
                  <a:cubicBezTo>
                    <a:pt x="0" y="406"/>
                    <a:pt x="11" y="539"/>
                    <a:pt x="33" y="650"/>
                  </a:cubicBezTo>
                  <a:cubicBezTo>
                    <a:pt x="133" y="1005"/>
                    <a:pt x="422" y="1283"/>
                    <a:pt x="755" y="1460"/>
                  </a:cubicBezTo>
                  <a:cubicBezTo>
                    <a:pt x="910" y="1549"/>
                    <a:pt x="1066" y="1616"/>
                    <a:pt x="1188" y="1660"/>
                  </a:cubicBezTo>
                  <a:cubicBezTo>
                    <a:pt x="1307" y="1697"/>
                    <a:pt x="1432" y="1715"/>
                    <a:pt x="1554" y="1715"/>
                  </a:cubicBezTo>
                  <a:cubicBezTo>
                    <a:pt x="2157" y="1715"/>
                    <a:pt x="2685" y="1284"/>
                    <a:pt x="2075" y="683"/>
                  </a:cubicBezTo>
                  <a:cubicBezTo>
                    <a:pt x="1852" y="452"/>
                    <a:pt x="1113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0"/>
            <p:cNvSpPr/>
            <p:nvPr/>
          </p:nvSpPr>
          <p:spPr>
            <a:xfrm>
              <a:off x="4796050" y="3058700"/>
              <a:ext cx="53700" cy="33975"/>
            </a:xfrm>
            <a:custGeom>
              <a:avLst/>
              <a:gdLst/>
              <a:ahLst/>
              <a:cxnLst/>
              <a:rect l="l" t="t" r="r" b="b"/>
              <a:pathLst>
                <a:path w="2148" h="1359" extrusionOk="0">
                  <a:moveTo>
                    <a:pt x="464" y="0"/>
                  </a:moveTo>
                  <a:cubicBezTo>
                    <a:pt x="274" y="0"/>
                    <a:pt x="115" y="69"/>
                    <a:pt x="33" y="253"/>
                  </a:cubicBezTo>
                  <a:cubicBezTo>
                    <a:pt x="0" y="330"/>
                    <a:pt x="0" y="430"/>
                    <a:pt x="22" y="508"/>
                  </a:cubicBezTo>
                  <a:cubicBezTo>
                    <a:pt x="89" y="808"/>
                    <a:pt x="333" y="1007"/>
                    <a:pt x="588" y="1163"/>
                  </a:cubicBezTo>
                  <a:cubicBezTo>
                    <a:pt x="699" y="1229"/>
                    <a:pt x="832" y="1285"/>
                    <a:pt x="955" y="1318"/>
                  </a:cubicBezTo>
                  <a:cubicBezTo>
                    <a:pt x="1048" y="1346"/>
                    <a:pt x="1145" y="1358"/>
                    <a:pt x="1240" y="1358"/>
                  </a:cubicBezTo>
                  <a:cubicBezTo>
                    <a:pt x="1723" y="1358"/>
                    <a:pt x="2147" y="1023"/>
                    <a:pt x="1665" y="541"/>
                  </a:cubicBezTo>
                  <a:cubicBezTo>
                    <a:pt x="1480" y="356"/>
                    <a:pt x="894" y="0"/>
                    <a:pt x="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0"/>
            <p:cNvSpPr/>
            <p:nvPr/>
          </p:nvSpPr>
          <p:spPr>
            <a:xfrm>
              <a:off x="4814350" y="3077775"/>
              <a:ext cx="17225" cy="9300"/>
            </a:xfrm>
            <a:custGeom>
              <a:avLst/>
              <a:gdLst/>
              <a:ahLst/>
              <a:cxnLst/>
              <a:rect l="l" t="t" r="r" b="b"/>
              <a:pathLst>
                <a:path w="689" h="372" extrusionOk="0">
                  <a:moveTo>
                    <a:pt x="189" y="0"/>
                  </a:moveTo>
                  <a:cubicBezTo>
                    <a:pt x="123" y="0"/>
                    <a:pt x="56" y="22"/>
                    <a:pt x="23" y="78"/>
                  </a:cubicBezTo>
                  <a:cubicBezTo>
                    <a:pt x="1" y="133"/>
                    <a:pt x="23" y="222"/>
                    <a:pt x="78" y="267"/>
                  </a:cubicBezTo>
                  <a:cubicBezTo>
                    <a:pt x="137" y="319"/>
                    <a:pt x="269" y="371"/>
                    <a:pt x="386" y="371"/>
                  </a:cubicBezTo>
                  <a:cubicBezTo>
                    <a:pt x="467" y="371"/>
                    <a:pt x="541" y="346"/>
                    <a:pt x="578" y="278"/>
                  </a:cubicBezTo>
                  <a:cubicBezTo>
                    <a:pt x="689" y="100"/>
                    <a:pt x="322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0"/>
            <p:cNvSpPr/>
            <p:nvPr/>
          </p:nvSpPr>
          <p:spPr>
            <a:xfrm>
              <a:off x="4951900" y="3006750"/>
              <a:ext cx="69450" cy="41025"/>
            </a:xfrm>
            <a:custGeom>
              <a:avLst/>
              <a:gdLst/>
              <a:ahLst/>
              <a:cxnLst/>
              <a:rect l="l" t="t" r="r" b="b"/>
              <a:pathLst>
                <a:path w="2778" h="1641" extrusionOk="0">
                  <a:moveTo>
                    <a:pt x="2155" y="1"/>
                  </a:moveTo>
                  <a:cubicBezTo>
                    <a:pt x="1626" y="1"/>
                    <a:pt x="917" y="378"/>
                    <a:pt x="680" y="577"/>
                  </a:cubicBezTo>
                  <a:cubicBezTo>
                    <a:pt x="1" y="1160"/>
                    <a:pt x="586" y="1640"/>
                    <a:pt x="1226" y="1640"/>
                  </a:cubicBezTo>
                  <a:cubicBezTo>
                    <a:pt x="1318" y="1640"/>
                    <a:pt x="1411" y="1630"/>
                    <a:pt x="1501" y="1609"/>
                  </a:cubicBezTo>
                  <a:cubicBezTo>
                    <a:pt x="1646" y="1576"/>
                    <a:pt x="1790" y="1521"/>
                    <a:pt x="1945" y="1454"/>
                  </a:cubicBezTo>
                  <a:cubicBezTo>
                    <a:pt x="2289" y="1288"/>
                    <a:pt x="2600" y="1032"/>
                    <a:pt x="2722" y="688"/>
                  </a:cubicBezTo>
                  <a:cubicBezTo>
                    <a:pt x="2767" y="577"/>
                    <a:pt x="2778" y="455"/>
                    <a:pt x="2733" y="355"/>
                  </a:cubicBezTo>
                  <a:cubicBezTo>
                    <a:pt x="2641" y="96"/>
                    <a:pt x="2420" y="1"/>
                    <a:pt x="2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0"/>
            <p:cNvSpPr/>
            <p:nvPr/>
          </p:nvSpPr>
          <p:spPr>
            <a:xfrm>
              <a:off x="4957850" y="3012575"/>
              <a:ext cx="55175" cy="32550"/>
            </a:xfrm>
            <a:custGeom>
              <a:avLst/>
              <a:gdLst/>
              <a:ahLst/>
              <a:cxnLst/>
              <a:rect l="l" t="t" r="r" b="b"/>
              <a:pathLst>
                <a:path w="2207" h="1302" extrusionOk="0">
                  <a:moveTo>
                    <a:pt x="1723" y="1"/>
                  </a:moveTo>
                  <a:cubicBezTo>
                    <a:pt x="1298" y="1"/>
                    <a:pt x="727" y="300"/>
                    <a:pt x="542" y="455"/>
                  </a:cubicBezTo>
                  <a:cubicBezTo>
                    <a:pt x="1" y="929"/>
                    <a:pt x="453" y="1302"/>
                    <a:pt x="968" y="1302"/>
                  </a:cubicBezTo>
                  <a:cubicBezTo>
                    <a:pt x="1044" y="1302"/>
                    <a:pt x="1121" y="1294"/>
                    <a:pt x="1197" y="1276"/>
                  </a:cubicBezTo>
                  <a:cubicBezTo>
                    <a:pt x="1308" y="1243"/>
                    <a:pt x="1430" y="1210"/>
                    <a:pt x="1552" y="1154"/>
                  </a:cubicBezTo>
                  <a:cubicBezTo>
                    <a:pt x="1829" y="1021"/>
                    <a:pt x="2085" y="821"/>
                    <a:pt x="2162" y="544"/>
                  </a:cubicBezTo>
                  <a:cubicBezTo>
                    <a:pt x="2196" y="455"/>
                    <a:pt x="2207" y="355"/>
                    <a:pt x="2185" y="278"/>
                  </a:cubicBezTo>
                  <a:cubicBezTo>
                    <a:pt x="2111" y="75"/>
                    <a:pt x="1935" y="1"/>
                    <a:pt x="17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0"/>
            <p:cNvSpPr/>
            <p:nvPr/>
          </p:nvSpPr>
          <p:spPr>
            <a:xfrm>
              <a:off x="4976525" y="3030850"/>
              <a:ext cx="17075" cy="8675"/>
            </a:xfrm>
            <a:custGeom>
              <a:avLst/>
              <a:gdLst/>
              <a:ahLst/>
              <a:cxnLst/>
              <a:rect l="l" t="t" r="r" b="b"/>
              <a:pathLst>
                <a:path w="683" h="347" extrusionOk="0">
                  <a:moveTo>
                    <a:pt x="463" y="1"/>
                  </a:moveTo>
                  <a:cubicBezTo>
                    <a:pt x="312" y="1"/>
                    <a:pt x="1" y="71"/>
                    <a:pt x="84" y="257"/>
                  </a:cubicBezTo>
                  <a:cubicBezTo>
                    <a:pt x="124" y="322"/>
                    <a:pt x="207" y="347"/>
                    <a:pt x="296" y="347"/>
                  </a:cubicBezTo>
                  <a:cubicBezTo>
                    <a:pt x="405" y="347"/>
                    <a:pt x="522" y="311"/>
                    <a:pt x="583" y="268"/>
                  </a:cubicBezTo>
                  <a:cubicBezTo>
                    <a:pt x="638" y="224"/>
                    <a:pt x="683" y="157"/>
                    <a:pt x="661" y="90"/>
                  </a:cubicBezTo>
                  <a:cubicBezTo>
                    <a:pt x="627" y="35"/>
                    <a:pt x="561" y="2"/>
                    <a:pt x="494" y="2"/>
                  </a:cubicBezTo>
                  <a:cubicBezTo>
                    <a:pt x="485" y="1"/>
                    <a:pt x="474" y="1"/>
                    <a:pt x="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0"/>
            <p:cNvSpPr/>
            <p:nvPr/>
          </p:nvSpPr>
          <p:spPr>
            <a:xfrm>
              <a:off x="4991925" y="3030800"/>
              <a:ext cx="63000" cy="45475"/>
            </a:xfrm>
            <a:custGeom>
              <a:avLst/>
              <a:gdLst/>
              <a:ahLst/>
              <a:cxnLst/>
              <a:rect l="l" t="t" r="r" b="b"/>
              <a:pathLst>
                <a:path w="2520" h="1819" extrusionOk="0">
                  <a:moveTo>
                    <a:pt x="2005" y="1"/>
                  </a:moveTo>
                  <a:cubicBezTo>
                    <a:pt x="1466" y="1"/>
                    <a:pt x="713" y="585"/>
                    <a:pt x="500" y="847"/>
                  </a:cubicBezTo>
                  <a:cubicBezTo>
                    <a:pt x="0" y="1465"/>
                    <a:pt x="437" y="1818"/>
                    <a:pt x="977" y="1818"/>
                  </a:cubicBezTo>
                  <a:cubicBezTo>
                    <a:pt x="1146" y="1818"/>
                    <a:pt x="1324" y="1784"/>
                    <a:pt x="1487" y="1713"/>
                  </a:cubicBezTo>
                  <a:cubicBezTo>
                    <a:pt x="1609" y="1657"/>
                    <a:pt x="1765" y="1568"/>
                    <a:pt x="1887" y="1480"/>
                  </a:cubicBezTo>
                  <a:cubicBezTo>
                    <a:pt x="2187" y="1258"/>
                    <a:pt x="2453" y="947"/>
                    <a:pt x="2508" y="592"/>
                  </a:cubicBezTo>
                  <a:cubicBezTo>
                    <a:pt x="2520" y="481"/>
                    <a:pt x="2520" y="348"/>
                    <a:pt x="2464" y="259"/>
                  </a:cubicBezTo>
                  <a:cubicBezTo>
                    <a:pt x="2360" y="74"/>
                    <a:pt x="2196" y="1"/>
                    <a:pt x="2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0"/>
            <p:cNvSpPr/>
            <p:nvPr/>
          </p:nvSpPr>
          <p:spPr>
            <a:xfrm>
              <a:off x="4996825" y="3036800"/>
              <a:ext cx="50875" cy="36350"/>
            </a:xfrm>
            <a:custGeom>
              <a:avLst/>
              <a:gdLst/>
              <a:ahLst/>
              <a:cxnLst/>
              <a:rect l="l" t="t" r="r" b="b"/>
              <a:pathLst>
                <a:path w="2035" h="1454" extrusionOk="0">
                  <a:moveTo>
                    <a:pt x="1609" y="1"/>
                  </a:moveTo>
                  <a:cubicBezTo>
                    <a:pt x="1176" y="1"/>
                    <a:pt x="573" y="464"/>
                    <a:pt x="392" y="685"/>
                  </a:cubicBezTo>
                  <a:cubicBezTo>
                    <a:pt x="1" y="1170"/>
                    <a:pt x="361" y="1453"/>
                    <a:pt x="795" y="1453"/>
                  </a:cubicBezTo>
                  <a:cubicBezTo>
                    <a:pt x="927" y="1453"/>
                    <a:pt x="1065" y="1427"/>
                    <a:pt x="1192" y="1373"/>
                  </a:cubicBezTo>
                  <a:cubicBezTo>
                    <a:pt x="1302" y="1317"/>
                    <a:pt x="1425" y="1262"/>
                    <a:pt x="1524" y="1184"/>
                  </a:cubicBezTo>
                  <a:cubicBezTo>
                    <a:pt x="1769" y="996"/>
                    <a:pt x="1979" y="763"/>
                    <a:pt x="2024" y="474"/>
                  </a:cubicBezTo>
                  <a:cubicBezTo>
                    <a:pt x="2035" y="374"/>
                    <a:pt x="2035" y="296"/>
                    <a:pt x="1979" y="208"/>
                  </a:cubicBezTo>
                  <a:cubicBezTo>
                    <a:pt x="1895" y="59"/>
                    <a:pt x="1763" y="1"/>
                    <a:pt x="1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0"/>
            <p:cNvSpPr/>
            <p:nvPr/>
          </p:nvSpPr>
          <p:spPr>
            <a:xfrm>
              <a:off x="5013275" y="3057425"/>
              <a:ext cx="17500" cy="9875"/>
            </a:xfrm>
            <a:custGeom>
              <a:avLst/>
              <a:gdLst/>
              <a:ahLst/>
              <a:cxnLst/>
              <a:rect l="l" t="t" r="r" b="b"/>
              <a:pathLst>
                <a:path w="700" h="395" extrusionOk="0">
                  <a:moveTo>
                    <a:pt x="535" y="0"/>
                  </a:moveTo>
                  <a:cubicBezTo>
                    <a:pt x="520" y="0"/>
                    <a:pt x="504" y="2"/>
                    <a:pt x="489" y="4"/>
                  </a:cubicBezTo>
                  <a:cubicBezTo>
                    <a:pt x="367" y="26"/>
                    <a:pt x="1" y="159"/>
                    <a:pt x="134" y="326"/>
                  </a:cubicBezTo>
                  <a:cubicBezTo>
                    <a:pt x="176" y="375"/>
                    <a:pt x="236" y="395"/>
                    <a:pt x="302" y="395"/>
                  </a:cubicBezTo>
                  <a:cubicBezTo>
                    <a:pt x="429" y="395"/>
                    <a:pt x="575" y="321"/>
                    <a:pt x="633" y="248"/>
                  </a:cubicBezTo>
                  <a:cubicBezTo>
                    <a:pt x="667" y="193"/>
                    <a:pt x="700" y="115"/>
                    <a:pt x="667" y="60"/>
                  </a:cubicBezTo>
                  <a:cubicBezTo>
                    <a:pt x="641" y="17"/>
                    <a:pt x="588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0"/>
            <p:cNvSpPr/>
            <p:nvPr/>
          </p:nvSpPr>
          <p:spPr>
            <a:xfrm>
              <a:off x="4932775" y="2964950"/>
              <a:ext cx="65825" cy="50250"/>
            </a:xfrm>
            <a:custGeom>
              <a:avLst/>
              <a:gdLst/>
              <a:ahLst/>
              <a:cxnLst/>
              <a:rect l="l" t="t" r="r" b="b"/>
              <a:pathLst>
                <a:path w="2633" h="2010" extrusionOk="0">
                  <a:moveTo>
                    <a:pt x="1601" y="1"/>
                  </a:moveTo>
                  <a:cubicBezTo>
                    <a:pt x="1281" y="1"/>
                    <a:pt x="960" y="167"/>
                    <a:pt x="702" y="396"/>
                  </a:cubicBezTo>
                  <a:cubicBezTo>
                    <a:pt x="580" y="507"/>
                    <a:pt x="469" y="629"/>
                    <a:pt x="380" y="740"/>
                  </a:cubicBezTo>
                  <a:cubicBezTo>
                    <a:pt x="1" y="1221"/>
                    <a:pt x="22" y="2009"/>
                    <a:pt x="579" y="2009"/>
                  </a:cubicBezTo>
                  <a:cubicBezTo>
                    <a:pt x="690" y="2009"/>
                    <a:pt x="823" y="1978"/>
                    <a:pt x="979" y="1905"/>
                  </a:cubicBezTo>
                  <a:cubicBezTo>
                    <a:pt x="1412" y="1705"/>
                    <a:pt x="2633" y="696"/>
                    <a:pt x="2033" y="130"/>
                  </a:cubicBezTo>
                  <a:cubicBezTo>
                    <a:pt x="1945" y="41"/>
                    <a:pt x="1822" y="19"/>
                    <a:pt x="1711" y="7"/>
                  </a:cubicBezTo>
                  <a:cubicBezTo>
                    <a:pt x="1675" y="3"/>
                    <a:pt x="1638" y="1"/>
                    <a:pt x="1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0"/>
            <p:cNvSpPr/>
            <p:nvPr/>
          </p:nvSpPr>
          <p:spPr>
            <a:xfrm>
              <a:off x="4936800" y="2971375"/>
              <a:ext cx="52100" cy="40225"/>
            </a:xfrm>
            <a:custGeom>
              <a:avLst/>
              <a:gdLst/>
              <a:ahLst/>
              <a:cxnLst/>
              <a:rect l="l" t="t" r="r" b="b"/>
              <a:pathLst>
                <a:path w="2084" h="1609" extrusionOk="0">
                  <a:moveTo>
                    <a:pt x="1275" y="1"/>
                  </a:moveTo>
                  <a:cubicBezTo>
                    <a:pt x="1007" y="1"/>
                    <a:pt x="752" y="136"/>
                    <a:pt x="552" y="316"/>
                  </a:cubicBezTo>
                  <a:cubicBezTo>
                    <a:pt x="452" y="394"/>
                    <a:pt x="363" y="494"/>
                    <a:pt x="296" y="594"/>
                  </a:cubicBezTo>
                  <a:cubicBezTo>
                    <a:pt x="1" y="982"/>
                    <a:pt x="5" y="1609"/>
                    <a:pt x="451" y="1609"/>
                  </a:cubicBezTo>
                  <a:cubicBezTo>
                    <a:pt x="540" y="1609"/>
                    <a:pt x="647" y="1584"/>
                    <a:pt x="774" y="1526"/>
                  </a:cubicBezTo>
                  <a:cubicBezTo>
                    <a:pt x="1107" y="1371"/>
                    <a:pt x="2083" y="550"/>
                    <a:pt x="1606" y="106"/>
                  </a:cubicBezTo>
                  <a:cubicBezTo>
                    <a:pt x="1539" y="50"/>
                    <a:pt x="1451" y="28"/>
                    <a:pt x="1362" y="6"/>
                  </a:cubicBezTo>
                  <a:cubicBezTo>
                    <a:pt x="1333" y="3"/>
                    <a:pt x="1304" y="1"/>
                    <a:pt x="1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0"/>
            <p:cNvSpPr/>
            <p:nvPr/>
          </p:nvSpPr>
          <p:spPr>
            <a:xfrm>
              <a:off x="4944475" y="2984925"/>
              <a:ext cx="13350" cy="13300"/>
            </a:xfrm>
            <a:custGeom>
              <a:avLst/>
              <a:gdLst/>
              <a:ahLst/>
              <a:cxnLst/>
              <a:rect l="l" t="t" r="r" b="b"/>
              <a:pathLst>
                <a:path w="534" h="532" extrusionOk="0">
                  <a:moveTo>
                    <a:pt x="392" y="0"/>
                  </a:moveTo>
                  <a:cubicBezTo>
                    <a:pt x="359" y="0"/>
                    <a:pt x="326" y="8"/>
                    <a:pt x="300" y="19"/>
                  </a:cubicBezTo>
                  <a:cubicBezTo>
                    <a:pt x="178" y="96"/>
                    <a:pt x="1" y="340"/>
                    <a:pt x="123" y="485"/>
                  </a:cubicBezTo>
                  <a:cubicBezTo>
                    <a:pt x="147" y="518"/>
                    <a:pt x="175" y="532"/>
                    <a:pt x="205" y="532"/>
                  </a:cubicBezTo>
                  <a:cubicBezTo>
                    <a:pt x="326" y="532"/>
                    <a:pt x="475" y="307"/>
                    <a:pt x="511" y="218"/>
                  </a:cubicBezTo>
                  <a:cubicBezTo>
                    <a:pt x="533" y="163"/>
                    <a:pt x="533" y="74"/>
                    <a:pt x="500" y="41"/>
                  </a:cubicBezTo>
                  <a:cubicBezTo>
                    <a:pt x="470" y="11"/>
                    <a:pt x="431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0"/>
            <p:cNvSpPr/>
            <p:nvPr/>
          </p:nvSpPr>
          <p:spPr>
            <a:xfrm>
              <a:off x="4915950" y="2920275"/>
              <a:ext cx="72375" cy="43125"/>
            </a:xfrm>
            <a:custGeom>
              <a:avLst/>
              <a:gdLst/>
              <a:ahLst/>
              <a:cxnLst/>
              <a:rect l="l" t="t" r="r" b="b"/>
              <a:pathLst>
                <a:path w="2895" h="1725" extrusionOk="0">
                  <a:moveTo>
                    <a:pt x="1835" y="1"/>
                  </a:moveTo>
                  <a:cubicBezTo>
                    <a:pt x="1601" y="1"/>
                    <a:pt x="1362" y="71"/>
                    <a:pt x="1142" y="163"/>
                  </a:cubicBezTo>
                  <a:cubicBezTo>
                    <a:pt x="997" y="241"/>
                    <a:pt x="842" y="318"/>
                    <a:pt x="720" y="418"/>
                  </a:cubicBezTo>
                  <a:cubicBezTo>
                    <a:pt x="165" y="829"/>
                    <a:pt x="0" y="1724"/>
                    <a:pt x="778" y="1724"/>
                  </a:cubicBezTo>
                  <a:cubicBezTo>
                    <a:pt x="841" y="1724"/>
                    <a:pt x="910" y="1718"/>
                    <a:pt x="986" y="1706"/>
                  </a:cubicBezTo>
                  <a:cubicBezTo>
                    <a:pt x="1441" y="1628"/>
                    <a:pt x="2895" y="984"/>
                    <a:pt x="2484" y="274"/>
                  </a:cubicBezTo>
                  <a:cubicBezTo>
                    <a:pt x="2429" y="185"/>
                    <a:pt x="2329" y="108"/>
                    <a:pt x="2218" y="74"/>
                  </a:cubicBezTo>
                  <a:cubicBezTo>
                    <a:pt x="2095" y="23"/>
                    <a:pt x="1966" y="1"/>
                    <a:pt x="18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0"/>
            <p:cNvSpPr/>
            <p:nvPr/>
          </p:nvSpPr>
          <p:spPr>
            <a:xfrm>
              <a:off x="4920900" y="2925425"/>
              <a:ext cx="57725" cy="34275"/>
            </a:xfrm>
            <a:custGeom>
              <a:avLst/>
              <a:gdLst/>
              <a:ahLst/>
              <a:cxnLst/>
              <a:rect l="l" t="t" r="r" b="b"/>
              <a:pathLst>
                <a:path w="2309" h="1371" extrusionOk="0">
                  <a:moveTo>
                    <a:pt x="1474" y="1"/>
                  </a:moveTo>
                  <a:cubicBezTo>
                    <a:pt x="1284" y="1"/>
                    <a:pt x="1090" y="59"/>
                    <a:pt x="910" y="146"/>
                  </a:cubicBezTo>
                  <a:cubicBezTo>
                    <a:pt x="788" y="201"/>
                    <a:pt x="677" y="257"/>
                    <a:pt x="577" y="334"/>
                  </a:cubicBezTo>
                  <a:cubicBezTo>
                    <a:pt x="146" y="663"/>
                    <a:pt x="0" y="1370"/>
                    <a:pt x="620" y="1370"/>
                  </a:cubicBezTo>
                  <a:cubicBezTo>
                    <a:pt x="671" y="1370"/>
                    <a:pt x="727" y="1366"/>
                    <a:pt x="788" y="1355"/>
                  </a:cubicBezTo>
                  <a:cubicBezTo>
                    <a:pt x="1165" y="1311"/>
                    <a:pt x="2309" y="778"/>
                    <a:pt x="1976" y="223"/>
                  </a:cubicBezTo>
                  <a:cubicBezTo>
                    <a:pt x="1942" y="146"/>
                    <a:pt x="1854" y="90"/>
                    <a:pt x="1776" y="57"/>
                  </a:cubicBezTo>
                  <a:cubicBezTo>
                    <a:pt x="1678" y="18"/>
                    <a:pt x="1577" y="1"/>
                    <a:pt x="1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0"/>
            <p:cNvSpPr/>
            <p:nvPr/>
          </p:nvSpPr>
          <p:spPr>
            <a:xfrm>
              <a:off x="4933650" y="2935075"/>
              <a:ext cx="14450" cy="11675"/>
            </a:xfrm>
            <a:custGeom>
              <a:avLst/>
              <a:gdLst/>
              <a:ahLst/>
              <a:cxnLst/>
              <a:rect l="l" t="t" r="r" b="b"/>
              <a:pathLst>
                <a:path w="578" h="467" extrusionOk="0">
                  <a:moveTo>
                    <a:pt x="424" y="0"/>
                  </a:moveTo>
                  <a:cubicBezTo>
                    <a:pt x="409" y="0"/>
                    <a:pt x="393" y="1"/>
                    <a:pt x="378" y="4"/>
                  </a:cubicBezTo>
                  <a:cubicBezTo>
                    <a:pt x="234" y="37"/>
                    <a:pt x="1" y="226"/>
                    <a:pt x="56" y="392"/>
                  </a:cubicBezTo>
                  <a:cubicBezTo>
                    <a:pt x="77" y="446"/>
                    <a:pt x="114" y="467"/>
                    <a:pt x="159" y="467"/>
                  </a:cubicBezTo>
                  <a:cubicBezTo>
                    <a:pt x="283" y="467"/>
                    <a:pt x="462" y="310"/>
                    <a:pt x="511" y="237"/>
                  </a:cubicBezTo>
                  <a:cubicBezTo>
                    <a:pt x="556" y="181"/>
                    <a:pt x="578" y="115"/>
                    <a:pt x="556" y="59"/>
                  </a:cubicBezTo>
                  <a:cubicBezTo>
                    <a:pt x="530" y="16"/>
                    <a:pt x="477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0"/>
            <p:cNvSpPr/>
            <p:nvPr/>
          </p:nvSpPr>
          <p:spPr>
            <a:xfrm>
              <a:off x="4921175" y="3179475"/>
              <a:ext cx="28050" cy="18650"/>
            </a:xfrm>
            <a:custGeom>
              <a:avLst/>
              <a:gdLst/>
              <a:ahLst/>
              <a:cxnLst/>
              <a:rect l="l" t="t" r="r" b="b"/>
              <a:pathLst>
                <a:path w="1122" h="746" extrusionOk="0">
                  <a:moveTo>
                    <a:pt x="778" y="0"/>
                  </a:moveTo>
                  <a:cubicBezTo>
                    <a:pt x="584" y="0"/>
                    <a:pt x="357" y="85"/>
                    <a:pt x="233" y="161"/>
                  </a:cubicBezTo>
                  <a:cubicBezTo>
                    <a:pt x="78" y="260"/>
                    <a:pt x="0" y="482"/>
                    <a:pt x="122" y="627"/>
                  </a:cubicBezTo>
                  <a:cubicBezTo>
                    <a:pt x="189" y="711"/>
                    <a:pt x="295" y="746"/>
                    <a:pt x="413" y="746"/>
                  </a:cubicBezTo>
                  <a:cubicBezTo>
                    <a:pt x="685" y="746"/>
                    <a:pt x="1022" y="558"/>
                    <a:pt x="1099" y="349"/>
                  </a:cubicBezTo>
                  <a:cubicBezTo>
                    <a:pt x="1121" y="272"/>
                    <a:pt x="1121" y="183"/>
                    <a:pt x="1066" y="116"/>
                  </a:cubicBezTo>
                  <a:cubicBezTo>
                    <a:pt x="1003" y="32"/>
                    <a:pt x="896" y="0"/>
                    <a:pt x="7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0"/>
            <p:cNvSpPr/>
            <p:nvPr/>
          </p:nvSpPr>
          <p:spPr>
            <a:xfrm>
              <a:off x="4887875" y="3058175"/>
              <a:ext cx="12500" cy="15125"/>
            </a:xfrm>
            <a:custGeom>
              <a:avLst/>
              <a:gdLst/>
              <a:ahLst/>
              <a:cxnLst/>
              <a:rect l="l" t="t" r="r" b="b"/>
              <a:pathLst>
                <a:path w="500" h="605" extrusionOk="0">
                  <a:moveTo>
                    <a:pt x="198" y="0"/>
                  </a:moveTo>
                  <a:cubicBezTo>
                    <a:pt x="178" y="0"/>
                    <a:pt x="157" y="3"/>
                    <a:pt x="134" y="7"/>
                  </a:cubicBezTo>
                  <a:cubicBezTo>
                    <a:pt x="1" y="74"/>
                    <a:pt x="23" y="363"/>
                    <a:pt x="67" y="473"/>
                  </a:cubicBezTo>
                  <a:cubicBezTo>
                    <a:pt x="100" y="548"/>
                    <a:pt x="171" y="605"/>
                    <a:pt x="251" y="605"/>
                  </a:cubicBezTo>
                  <a:cubicBezTo>
                    <a:pt x="278" y="605"/>
                    <a:pt x="306" y="598"/>
                    <a:pt x="333" y="584"/>
                  </a:cubicBezTo>
                  <a:cubicBezTo>
                    <a:pt x="500" y="496"/>
                    <a:pt x="433" y="118"/>
                    <a:pt x="278" y="18"/>
                  </a:cubicBezTo>
                  <a:cubicBezTo>
                    <a:pt x="252" y="5"/>
                    <a:pt x="22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0"/>
            <p:cNvSpPr/>
            <p:nvPr/>
          </p:nvSpPr>
          <p:spPr>
            <a:xfrm>
              <a:off x="5014125" y="2964100"/>
              <a:ext cx="12775" cy="15275"/>
            </a:xfrm>
            <a:custGeom>
              <a:avLst/>
              <a:gdLst/>
              <a:ahLst/>
              <a:cxnLst/>
              <a:rect l="l" t="t" r="r" b="b"/>
              <a:pathLst>
                <a:path w="511" h="611" extrusionOk="0">
                  <a:moveTo>
                    <a:pt x="197" y="1"/>
                  </a:moveTo>
                  <a:cubicBezTo>
                    <a:pt x="177" y="1"/>
                    <a:pt x="156" y="4"/>
                    <a:pt x="133" y="8"/>
                  </a:cubicBezTo>
                  <a:cubicBezTo>
                    <a:pt x="0" y="75"/>
                    <a:pt x="22" y="374"/>
                    <a:pt x="67" y="485"/>
                  </a:cubicBezTo>
                  <a:cubicBezTo>
                    <a:pt x="101" y="555"/>
                    <a:pt x="177" y="611"/>
                    <a:pt x="261" y="611"/>
                  </a:cubicBezTo>
                  <a:cubicBezTo>
                    <a:pt x="284" y="611"/>
                    <a:pt x="309" y="606"/>
                    <a:pt x="333" y="596"/>
                  </a:cubicBezTo>
                  <a:cubicBezTo>
                    <a:pt x="511" y="497"/>
                    <a:pt x="433" y="108"/>
                    <a:pt x="278" y="19"/>
                  </a:cubicBezTo>
                  <a:cubicBezTo>
                    <a:pt x="252" y="6"/>
                    <a:pt x="226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0"/>
            <p:cNvSpPr/>
            <p:nvPr/>
          </p:nvSpPr>
          <p:spPr>
            <a:xfrm>
              <a:off x="5034100" y="2977675"/>
              <a:ext cx="16100" cy="10600"/>
            </a:xfrm>
            <a:custGeom>
              <a:avLst/>
              <a:gdLst/>
              <a:ahLst/>
              <a:cxnLst/>
              <a:rect l="l" t="t" r="r" b="b"/>
              <a:pathLst>
                <a:path w="644" h="424" extrusionOk="0">
                  <a:moveTo>
                    <a:pt x="446" y="0"/>
                  </a:moveTo>
                  <a:cubicBezTo>
                    <a:pt x="335" y="0"/>
                    <a:pt x="206" y="46"/>
                    <a:pt x="144" y="87"/>
                  </a:cubicBezTo>
                  <a:cubicBezTo>
                    <a:pt x="45" y="142"/>
                    <a:pt x="0" y="275"/>
                    <a:pt x="89" y="364"/>
                  </a:cubicBezTo>
                  <a:cubicBezTo>
                    <a:pt x="124" y="406"/>
                    <a:pt x="180" y="423"/>
                    <a:pt x="242" y="423"/>
                  </a:cubicBezTo>
                  <a:cubicBezTo>
                    <a:pt x="396" y="423"/>
                    <a:pt x="593" y="316"/>
                    <a:pt x="633" y="198"/>
                  </a:cubicBezTo>
                  <a:cubicBezTo>
                    <a:pt x="644" y="164"/>
                    <a:pt x="644" y="109"/>
                    <a:pt x="611" y="64"/>
                  </a:cubicBezTo>
                  <a:cubicBezTo>
                    <a:pt x="577" y="18"/>
                    <a:pt x="515" y="0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0"/>
            <p:cNvSpPr/>
            <p:nvPr/>
          </p:nvSpPr>
          <p:spPr>
            <a:xfrm>
              <a:off x="4793825" y="2997125"/>
              <a:ext cx="12775" cy="15150"/>
            </a:xfrm>
            <a:custGeom>
              <a:avLst/>
              <a:gdLst/>
              <a:ahLst/>
              <a:cxnLst/>
              <a:rect l="l" t="t" r="r" b="b"/>
              <a:pathLst>
                <a:path w="511" h="606" extrusionOk="0">
                  <a:moveTo>
                    <a:pt x="205" y="1"/>
                  </a:moveTo>
                  <a:cubicBezTo>
                    <a:pt x="187" y="1"/>
                    <a:pt x="168" y="3"/>
                    <a:pt x="145" y="8"/>
                  </a:cubicBezTo>
                  <a:cubicBezTo>
                    <a:pt x="0" y="74"/>
                    <a:pt x="34" y="363"/>
                    <a:pt x="67" y="474"/>
                  </a:cubicBezTo>
                  <a:cubicBezTo>
                    <a:pt x="100" y="549"/>
                    <a:pt x="171" y="605"/>
                    <a:pt x="251" y="605"/>
                  </a:cubicBezTo>
                  <a:cubicBezTo>
                    <a:pt x="278" y="605"/>
                    <a:pt x="306" y="599"/>
                    <a:pt x="333" y="585"/>
                  </a:cubicBezTo>
                  <a:cubicBezTo>
                    <a:pt x="511" y="496"/>
                    <a:pt x="433" y="108"/>
                    <a:pt x="278" y="19"/>
                  </a:cubicBezTo>
                  <a:cubicBezTo>
                    <a:pt x="252" y="6"/>
                    <a:pt x="230" y="1"/>
                    <a:pt x="205" y="1"/>
                  </a:cubicBezTo>
                  <a:close/>
                </a:path>
              </a:pathLst>
            </a:custGeom>
            <a:solidFill>
              <a:srgbClr val="C7D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0"/>
            <p:cNvSpPr/>
            <p:nvPr/>
          </p:nvSpPr>
          <p:spPr>
            <a:xfrm>
              <a:off x="4915625" y="3050300"/>
              <a:ext cx="30550" cy="19525"/>
            </a:xfrm>
            <a:custGeom>
              <a:avLst/>
              <a:gdLst/>
              <a:ahLst/>
              <a:cxnLst/>
              <a:rect l="l" t="t" r="r" b="b"/>
              <a:pathLst>
                <a:path w="1222" h="781" extrusionOk="0">
                  <a:moveTo>
                    <a:pt x="791" y="0"/>
                  </a:moveTo>
                  <a:cubicBezTo>
                    <a:pt x="601" y="0"/>
                    <a:pt x="394" y="62"/>
                    <a:pt x="278" y="123"/>
                  </a:cubicBezTo>
                  <a:cubicBezTo>
                    <a:pt x="100" y="223"/>
                    <a:pt x="0" y="444"/>
                    <a:pt x="122" y="622"/>
                  </a:cubicBezTo>
                  <a:cubicBezTo>
                    <a:pt x="203" y="734"/>
                    <a:pt x="341" y="780"/>
                    <a:pt x="491" y="780"/>
                  </a:cubicBezTo>
                  <a:cubicBezTo>
                    <a:pt x="772" y="780"/>
                    <a:pt x="1097" y="618"/>
                    <a:pt x="1177" y="422"/>
                  </a:cubicBezTo>
                  <a:cubicBezTo>
                    <a:pt x="1221" y="333"/>
                    <a:pt x="1221" y="256"/>
                    <a:pt x="1166" y="156"/>
                  </a:cubicBezTo>
                  <a:cubicBezTo>
                    <a:pt x="1091" y="41"/>
                    <a:pt x="94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1"/>
          <p:cNvSpPr txBox="1">
            <a:spLocks noGrp="1"/>
          </p:cNvSpPr>
          <p:nvPr>
            <p:ph type="subTitle" idx="1"/>
          </p:nvPr>
        </p:nvSpPr>
        <p:spPr>
          <a:xfrm>
            <a:off x="1332950" y="2193176"/>
            <a:ext cx="30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1"/>
          <p:cNvSpPr txBox="1">
            <a:spLocks noGrp="1"/>
          </p:cNvSpPr>
          <p:nvPr>
            <p:ph type="subTitle" idx="2"/>
          </p:nvPr>
        </p:nvSpPr>
        <p:spPr>
          <a:xfrm>
            <a:off x="4721622" y="2193176"/>
            <a:ext cx="30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1"/>
          <p:cNvSpPr txBox="1">
            <a:spLocks noGrp="1"/>
          </p:cNvSpPr>
          <p:nvPr>
            <p:ph type="subTitle" idx="3"/>
          </p:nvPr>
        </p:nvSpPr>
        <p:spPr>
          <a:xfrm>
            <a:off x="1332950" y="3702775"/>
            <a:ext cx="30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subTitle" idx="4"/>
          </p:nvPr>
        </p:nvSpPr>
        <p:spPr>
          <a:xfrm>
            <a:off x="4721623" y="3702775"/>
            <a:ext cx="30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title" idx="5"/>
          </p:nvPr>
        </p:nvSpPr>
        <p:spPr>
          <a:xfrm>
            <a:off x="2385178" y="1344775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title" idx="6"/>
          </p:nvPr>
        </p:nvSpPr>
        <p:spPr>
          <a:xfrm>
            <a:off x="2385178" y="2854388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4" name="Google Shape;164;p41"/>
          <p:cNvSpPr txBox="1">
            <a:spLocks noGrp="1"/>
          </p:cNvSpPr>
          <p:nvPr>
            <p:ph type="title" idx="7"/>
          </p:nvPr>
        </p:nvSpPr>
        <p:spPr>
          <a:xfrm>
            <a:off x="5773854" y="1344775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5" name="Google Shape;165;p41"/>
          <p:cNvSpPr txBox="1">
            <a:spLocks noGrp="1"/>
          </p:cNvSpPr>
          <p:nvPr>
            <p:ph type="title" idx="8"/>
          </p:nvPr>
        </p:nvSpPr>
        <p:spPr>
          <a:xfrm>
            <a:off x="5773854" y="2854388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6" name="Google Shape;166;p41"/>
          <p:cNvSpPr txBox="1">
            <a:spLocks noGrp="1"/>
          </p:cNvSpPr>
          <p:nvPr>
            <p:ph type="subTitle" idx="9"/>
          </p:nvPr>
        </p:nvSpPr>
        <p:spPr>
          <a:xfrm>
            <a:off x="1332962" y="190416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41"/>
          <p:cNvSpPr txBox="1">
            <a:spLocks noGrp="1"/>
          </p:cNvSpPr>
          <p:nvPr>
            <p:ph type="subTitle" idx="13"/>
          </p:nvPr>
        </p:nvSpPr>
        <p:spPr>
          <a:xfrm>
            <a:off x="4721638" y="190416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41"/>
          <p:cNvSpPr txBox="1">
            <a:spLocks noGrp="1"/>
          </p:cNvSpPr>
          <p:nvPr>
            <p:ph type="subTitle" idx="14"/>
          </p:nvPr>
        </p:nvSpPr>
        <p:spPr>
          <a:xfrm>
            <a:off x="1332962" y="341384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41"/>
          <p:cNvSpPr txBox="1">
            <a:spLocks noGrp="1"/>
          </p:cNvSpPr>
          <p:nvPr>
            <p:ph type="subTitle" idx="15"/>
          </p:nvPr>
        </p:nvSpPr>
        <p:spPr>
          <a:xfrm>
            <a:off x="4721638" y="341384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41"/>
          <p:cNvSpPr/>
          <p:nvPr/>
        </p:nvSpPr>
        <p:spPr>
          <a:xfrm flipH="1">
            <a:off x="7402475" y="-47875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1"/>
          <p:cNvSpPr/>
          <p:nvPr/>
        </p:nvSpPr>
        <p:spPr>
          <a:xfrm>
            <a:off x="-1163225" y="4179452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41"/>
          <p:cNvGrpSpPr/>
          <p:nvPr/>
        </p:nvGrpSpPr>
        <p:grpSpPr>
          <a:xfrm>
            <a:off x="-233000" y="-254750"/>
            <a:ext cx="9376993" cy="1729554"/>
            <a:chOff x="-233000" y="-254750"/>
            <a:chExt cx="9376993" cy="1729554"/>
          </a:xfrm>
        </p:grpSpPr>
        <p:grpSp>
          <p:nvGrpSpPr>
            <p:cNvPr id="173" name="Google Shape;173;p41"/>
            <p:cNvGrpSpPr/>
            <p:nvPr/>
          </p:nvGrpSpPr>
          <p:grpSpPr>
            <a:xfrm>
              <a:off x="8530118" y="800664"/>
              <a:ext cx="613875" cy="674140"/>
              <a:chOff x="7946500" y="4129225"/>
              <a:chExt cx="1050975" cy="1154151"/>
            </a:xfrm>
          </p:grpSpPr>
          <p:sp>
            <p:nvSpPr>
              <p:cNvPr id="174" name="Google Shape;174;p41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1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1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1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1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1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1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41"/>
            <p:cNvGrpSpPr/>
            <p:nvPr/>
          </p:nvGrpSpPr>
          <p:grpSpPr>
            <a:xfrm>
              <a:off x="-233000" y="-254750"/>
              <a:ext cx="1050975" cy="1154151"/>
              <a:chOff x="7946500" y="4129225"/>
              <a:chExt cx="1050975" cy="1154151"/>
            </a:xfrm>
          </p:grpSpPr>
          <p:sp>
            <p:nvSpPr>
              <p:cNvPr id="182" name="Google Shape;182;p41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1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1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1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1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1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1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9" name="Google Shape;189;p41"/>
          <p:cNvGrpSpPr/>
          <p:nvPr/>
        </p:nvGrpSpPr>
        <p:grpSpPr>
          <a:xfrm>
            <a:off x="8110311" y="3921839"/>
            <a:ext cx="1331783" cy="1648162"/>
            <a:chOff x="3961475" y="3551375"/>
            <a:chExt cx="373750" cy="462525"/>
          </a:xfrm>
        </p:grpSpPr>
        <p:sp>
          <p:nvSpPr>
            <p:cNvPr id="190" name="Google Shape;190;p41"/>
            <p:cNvSpPr/>
            <p:nvPr/>
          </p:nvSpPr>
          <p:spPr>
            <a:xfrm>
              <a:off x="4090200" y="3551375"/>
              <a:ext cx="117950" cy="260275"/>
            </a:xfrm>
            <a:custGeom>
              <a:avLst/>
              <a:gdLst/>
              <a:ahLst/>
              <a:cxnLst/>
              <a:rect l="l" t="t" r="r" b="b"/>
              <a:pathLst>
                <a:path w="4718" h="10411" extrusionOk="0">
                  <a:moveTo>
                    <a:pt x="1155" y="0"/>
                  </a:moveTo>
                  <a:cubicBezTo>
                    <a:pt x="1188" y="45"/>
                    <a:pt x="789" y="1077"/>
                    <a:pt x="722" y="1277"/>
                  </a:cubicBezTo>
                  <a:cubicBezTo>
                    <a:pt x="334" y="2497"/>
                    <a:pt x="1" y="3763"/>
                    <a:pt x="1" y="5072"/>
                  </a:cubicBezTo>
                  <a:cubicBezTo>
                    <a:pt x="1" y="6493"/>
                    <a:pt x="523" y="7813"/>
                    <a:pt x="1410" y="8912"/>
                  </a:cubicBezTo>
                  <a:cubicBezTo>
                    <a:pt x="1732" y="9311"/>
                    <a:pt x="2098" y="9678"/>
                    <a:pt x="2465" y="10011"/>
                  </a:cubicBezTo>
                  <a:cubicBezTo>
                    <a:pt x="2498" y="10033"/>
                    <a:pt x="2964" y="10410"/>
                    <a:pt x="2964" y="10410"/>
                  </a:cubicBezTo>
                  <a:cubicBezTo>
                    <a:pt x="4085" y="7292"/>
                    <a:pt x="4718" y="3807"/>
                    <a:pt x="2132" y="1099"/>
                  </a:cubicBezTo>
                  <a:cubicBezTo>
                    <a:pt x="1910" y="866"/>
                    <a:pt x="1566" y="478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1"/>
            <p:cNvSpPr/>
            <p:nvPr/>
          </p:nvSpPr>
          <p:spPr>
            <a:xfrm>
              <a:off x="4204250" y="3625450"/>
              <a:ext cx="130975" cy="216700"/>
            </a:xfrm>
            <a:custGeom>
              <a:avLst/>
              <a:gdLst/>
              <a:ahLst/>
              <a:cxnLst/>
              <a:rect l="l" t="t" r="r" b="b"/>
              <a:pathLst>
                <a:path w="5239" h="8668" extrusionOk="0">
                  <a:moveTo>
                    <a:pt x="4661" y="0"/>
                  </a:moveTo>
                  <a:cubicBezTo>
                    <a:pt x="4661" y="34"/>
                    <a:pt x="3818" y="578"/>
                    <a:pt x="3651" y="700"/>
                  </a:cubicBezTo>
                  <a:cubicBezTo>
                    <a:pt x="2708" y="1399"/>
                    <a:pt x="1776" y="2142"/>
                    <a:pt x="1077" y="3119"/>
                  </a:cubicBezTo>
                  <a:cubicBezTo>
                    <a:pt x="333" y="4173"/>
                    <a:pt x="0" y="5416"/>
                    <a:pt x="67" y="6715"/>
                  </a:cubicBezTo>
                  <a:cubicBezTo>
                    <a:pt x="100" y="7170"/>
                    <a:pt x="167" y="7625"/>
                    <a:pt x="267" y="8113"/>
                  </a:cubicBezTo>
                  <a:cubicBezTo>
                    <a:pt x="278" y="8135"/>
                    <a:pt x="411" y="8668"/>
                    <a:pt x="411" y="8668"/>
                  </a:cubicBezTo>
                  <a:cubicBezTo>
                    <a:pt x="2908" y="6970"/>
                    <a:pt x="5238" y="4728"/>
                    <a:pt x="4795" y="1343"/>
                  </a:cubicBezTo>
                  <a:cubicBezTo>
                    <a:pt x="4761" y="1033"/>
                    <a:pt x="4717" y="566"/>
                    <a:pt x="46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1"/>
            <p:cNvSpPr/>
            <p:nvPr/>
          </p:nvSpPr>
          <p:spPr>
            <a:xfrm>
              <a:off x="4132950" y="3669000"/>
              <a:ext cx="123200" cy="344900"/>
            </a:xfrm>
            <a:custGeom>
              <a:avLst/>
              <a:gdLst/>
              <a:ahLst/>
              <a:cxnLst/>
              <a:rect l="l" t="t" r="r" b="b"/>
              <a:pathLst>
                <a:path w="4928" h="13796" fill="none" extrusionOk="0">
                  <a:moveTo>
                    <a:pt x="4928" y="13796"/>
                  </a:moveTo>
                  <a:cubicBezTo>
                    <a:pt x="2364" y="9601"/>
                    <a:pt x="677" y="4873"/>
                    <a:pt x="0" y="1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110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1"/>
            <p:cNvSpPr/>
            <p:nvPr/>
          </p:nvSpPr>
          <p:spPr>
            <a:xfrm>
              <a:off x="4204250" y="3731425"/>
              <a:ext cx="51075" cy="181475"/>
            </a:xfrm>
            <a:custGeom>
              <a:avLst/>
              <a:gdLst/>
              <a:ahLst/>
              <a:cxnLst/>
              <a:rect l="l" t="t" r="r" b="b"/>
              <a:pathLst>
                <a:path w="2043" h="7259" fill="none" extrusionOk="0">
                  <a:moveTo>
                    <a:pt x="2042" y="1"/>
                  </a:moveTo>
                  <a:cubicBezTo>
                    <a:pt x="932" y="2265"/>
                    <a:pt x="233" y="4751"/>
                    <a:pt x="0" y="7259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110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1"/>
            <p:cNvSpPr/>
            <p:nvPr/>
          </p:nvSpPr>
          <p:spPr>
            <a:xfrm>
              <a:off x="3961475" y="3753075"/>
              <a:ext cx="182875" cy="88825"/>
            </a:xfrm>
            <a:custGeom>
              <a:avLst/>
              <a:gdLst/>
              <a:ahLst/>
              <a:cxnLst/>
              <a:rect l="l" t="t" r="r" b="b"/>
              <a:pathLst>
                <a:path w="7315" h="3553" extrusionOk="0">
                  <a:moveTo>
                    <a:pt x="1882" y="1"/>
                  </a:moveTo>
                  <a:cubicBezTo>
                    <a:pt x="1595" y="1"/>
                    <a:pt x="1308" y="10"/>
                    <a:pt x="1021" y="23"/>
                  </a:cubicBezTo>
                  <a:cubicBezTo>
                    <a:pt x="881" y="32"/>
                    <a:pt x="267" y="97"/>
                    <a:pt x="65" y="97"/>
                  </a:cubicBezTo>
                  <a:cubicBezTo>
                    <a:pt x="27" y="97"/>
                    <a:pt x="4" y="95"/>
                    <a:pt x="0" y="89"/>
                  </a:cubicBezTo>
                  <a:lnTo>
                    <a:pt x="0" y="89"/>
                  </a:lnTo>
                  <a:cubicBezTo>
                    <a:pt x="267" y="500"/>
                    <a:pt x="489" y="811"/>
                    <a:pt x="611" y="1033"/>
                  </a:cubicBezTo>
                  <a:cubicBezTo>
                    <a:pt x="1841" y="3052"/>
                    <a:pt x="3898" y="3553"/>
                    <a:pt x="5998" y="3553"/>
                  </a:cubicBezTo>
                  <a:cubicBezTo>
                    <a:pt x="6437" y="3553"/>
                    <a:pt x="6878" y="3531"/>
                    <a:pt x="7314" y="3496"/>
                  </a:cubicBezTo>
                  <a:cubicBezTo>
                    <a:pt x="7314" y="3496"/>
                    <a:pt x="7125" y="3075"/>
                    <a:pt x="7114" y="3041"/>
                  </a:cubicBezTo>
                  <a:cubicBezTo>
                    <a:pt x="6937" y="2697"/>
                    <a:pt x="6748" y="2353"/>
                    <a:pt x="6515" y="2054"/>
                  </a:cubicBezTo>
                  <a:cubicBezTo>
                    <a:pt x="5882" y="1177"/>
                    <a:pt x="5028" y="533"/>
                    <a:pt x="3962" y="245"/>
                  </a:cubicBezTo>
                  <a:cubicBezTo>
                    <a:pt x="3285" y="56"/>
                    <a:pt x="2585" y="1"/>
                    <a:pt x="1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1"/>
            <p:cNvSpPr/>
            <p:nvPr/>
          </p:nvSpPr>
          <p:spPr>
            <a:xfrm>
              <a:off x="4060250" y="3789975"/>
              <a:ext cx="128750" cy="91025"/>
            </a:xfrm>
            <a:custGeom>
              <a:avLst/>
              <a:gdLst/>
              <a:ahLst/>
              <a:cxnLst/>
              <a:rect l="l" t="t" r="r" b="b"/>
              <a:pathLst>
                <a:path w="5150" h="3641" fill="none" extrusionOk="0">
                  <a:moveTo>
                    <a:pt x="0" y="1"/>
                  </a:moveTo>
                  <a:cubicBezTo>
                    <a:pt x="1920" y="888"/>
                    <a:pt x="3663" y="2120"/>
                    <a:pt x="5150" y="3641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110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41"/>
          <p:cNvGrpSpPr/>
          <p:nvPr/>
        </p:nvGrpSpPr>
        <p:grpSpPr>
          <a:xfrm flipH="1">
            <a:off x="-102895" y="4221443"/>
            <a:ext cx="1258069" cy="606491"/>
            <a:chOff x="5356775" y="3618225"/>
            <a:chExt cx="822375" cy="396425"/>
          </a:xfrm>
        </p:grpSpPr>
        <p:sp>
          <p:nvSpPr>
            <p:cNvPr id="197" name="Google Shape;197;p41"/>
            <p:cNvSpPr/>
            <p:nvPr/>
          </p:nvSpPr>
          <p:spPr>
            <a:xfrm>
              <a:off x="5863875" y="3618225"/>
              <a:ext cx="219550" cy="166875"/>
            </a:xfrm>
            <a:custGeom>
              <a:avLst/>
              <a:gdLst/>
              <a:ahLst/>
              <a:cxnLst/>
              <a:rect l="l" t="t" r="r" b="b"/>
              <a:pathLst>
                <a:path w="8782" h="6675" extrusionOk="0">
                  <a:moveTo>
                    <a:pt x="8247" y="0"/>
                  </a:moveTo>
                  <a:cubicBezTo>
                    <a:pt x="8202" y="0"/>
                    <a:pt x="8158" y="4"/>
                    <a:pt x="8116" y="12"/>
                  </a:cubicBezTo>
                  <a:cubicBezTo>
                    <a:pt x="7694" y="68"/>
                    <a:pt x="7294" y="267"/>
                    <a:pt x="6928" y="511"/>
                  </a:cubicBezTo>
                  <a:cubicBezTo>
                    <a:pt x="5863" y="1188"/>
                    <a:pt x="4931" y="2021"/>
                    <a:pt x="4032" y="2886"/>
                  </a:cubicBezTo>
                  <a:cubicBezTo>
                    <a:pt x="3244" y="3652"/>
                    <a:pt x="2478" y="4451"/>
                    <a:pt x="1679" y="5195"/>
                  </a:cubicBezTo>
                  <a:cubicBezTo>
                    <a:pt x="1257" y="5572"/>
                    <a:pt x="824" y="5938"/>
                    <a:pt x="380" y="6293"/>
                  </a:cubicBezTo>
                  <a:cubicBezTo>
                    <a:pt x="0" y="6580"/>
                    <a:pt x="47" y="6674"/>
                    <a:pt x="244" y="6674"/>
                  </a:cubicBezTo>
                  <a:cubicBezTo>
                    <a:pt x="397" y="6674"/>
                    <a:pt x="642" y="6617"/>
                    <a:pt x="847" y="6549"/>
                  </a:cubicBezTo>
                  <a:cubicBezTo>
                    <a:pt x="2988" y="5850"/>
                    <a:pt x="4986" y="4740"/>
                    <a:pt x="6740" y="3308"/>
                  </a:cubicBezTo>
                  <a:cubicBezTo>
                    <a:pt x="7572" y="2609"/>
                    <a:pt x="8393" y="1799"/>
                    <a:pt x="8693" y="756"/>
                  </a:cubicBezTo>
                  <a:cubicBezTo>
                    <a:pt x="8748" y="545"/>
                    <a:pt x="8782" y="312"/>
                    <a:pt x="8637" y="145"/>
                  </a:cubicBezTo>
                  <a:cubicBezTo>
                    <a:pt x="8544" y="43"/>
                    <a:pt x="8393" y="0"/>
                    <a:pt x="8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1"/>
            <p:cNvSpPr/>
            <p:nvPr/>
          </p:nvSpPr>
          <p:spPr>
            <a:xfrm>
              <a:off x="5916925" y="3643750"/>
              <a:ext cx="137925" cy="111575"/>
            </a:xfrm>
            <a:custGeom>
              <a:avLst/>
              <a:gdLst/>
              <a:ahLst/>
              <a:cxnLst/>
              <a:rect l="l" t="t" r="r" b="b"/>
              <a:pathLst>
                <a:path w="5517" h="4463" fill="none" extrusionOk="0">
                  <a:moveTo>
                    <a:pt x="5517" y="1"/>
                  </a:moveTo>
                  <a:cubicBezTo>
                    <a:pt x="4107" y="1621"/>
                    <a:pt x="1832" y="3341"/>
                    <a:pt x="1" y="4462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1"/>
            <p:cNvSpPr/>
            <p:nvPr/>
          </p:nvSpPr>
          <p:spPr>
            <a:xfrm>
              <a:off x="5851700" y="3677500"/>
              <a:ext cx="89125" cy="115400"/>
            </a:xfrm>
            <a:custGeom>
              <a:avLst/>
              <a:gdLst/>
              <a:ahLst/>
              <a:cxnLst/>
              <a:rect l="l" t="t" r="r" b="b"/>
              <a:pathLst>
                <a:path w="3565" h="4616" extrusionOk="0">
                  <a:moveTo>
                    <a:pt x="3317" y="1"/>
                  </a:moveTo>
                  <a:cubicBezTo>
                    <a:pt x="3265" y="1"/>
                    <a:pt x="3212" y="15"/>
                    <a:pt x="3165" y="38"/>
                  </a:cubicBezTo>
                  <a:cubicBezTo>
                    <a:pt x="2954" y="138"/>
                    <a:pt x="2787" y="305"/>
                    <a:pt x="2632" y="471"/>
                  </a:cubicBezTo>
                  <a:cubicBezTo>
                    <a:pt x="2188" y="970"/>
                    <a:pt x="1844" y="1536"/>
                    <a:pt x="1489" y="2114"/>
                  </a:cubicBezTo>
                  <a:cubicBezTo>
                    <a:pt x="1200" y="2613"/>
                    <a:pt x="923" y="3146"/>
                    <a:pt x="623" y="3645"/>
                  </a:cubicBezTo>
                  <a:cubicBezTo>
                    <a:pt x="468" y="3889"/>
                    <a:pt x="301" y="4144"/>
                    <a:pt x="124" y="4389"/>
                  </a:cubicBezTo>
                  <a:cubicBezTo>
                    <a:pt x="1" y="4558"/>
                    <a:pt x="6" y="4616"/>
                    <a:pt x="68" y="4616"/>
                  </a:cubicBezTo>
                  <a:cubicBezTo>
                    <a:pt x="139" y="4616"/>
                    <a:pt x="288" y="4538"/>
                    <a:pt x="401" y="4466"/>
                  </a:cubicBezTo>
                  <a:cubicBezTo>
                    <a:pt x="1400" y="3778"/>
                    <a:pt x="2255" y="2924"/>
                    <a:pt x="2932" y="1936"/>
                  </a:cubicBezTo>
                  <a:cubicBezTo>
                    <a:pt x="3265" y="1470"/>
                    <a:pt x="3564" y="926"/>
                    <a:pt x="3564" y="338"/>
                  </a:cubicBezTo>
                  <a:cubicBezTo>
                    <a:pt x="3564" y="227"/>
                    <a:pt x="3542" y="94"/>
                    <a:pt x="3453" y="38"/>
                  </a:cubicBezTo>
                  <a:cubicBezTo>
                    <a:pt x="3411" y="12"/>
                    <a:pt x="3364" y="1"/>
                    <a:pt x="3317" y="1"/>
                  </a:cubicBezTo>
                  <a:close/>
                </a:path>
              </a:pathLst>
            </a:custGeom>
            <a:solidFill>
              <a:srgbClr val="62A3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1"/>
            <p:cNvSpPr/>
            <p:nvPr/>
          </p:nvSpPr>
          <p:spPr>
            <a:xfrm>
              <a:off x="5874475" y="3692875"/>
              <a:ext cx="54125" cy="77700"/>
            </a:xfrm>
            <a:custGeom>
              <a:avLst/>
              <a:gdLst/>
              <a:ahLst/>
              <a:cxnLst/>
              <a:rect l="l" t="t" r="r" b="b"/>
              <a:pathLst>
                <a:path w="2165" h="3108" fill="none" extrusionOk="0">
                  <a:moveTo>
                    <a:pt x="2165" y="0"/>
                  </a:moveTo>
                  <a:cubicBezTo>
                    <a:pt x="1677" y="1043"/>
                    <a:pt x="767" y="2264"/>
                    <a:pt x="1" y="310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1"/>
            <p:cNvSpPr/>
            <p:nvPr/>
          </p:nvSpPr>
          <p:spPr>
            <a:xfrm>
              <a:off x="5864775" y="3683350"/>
              <a:ext cx="314375" cy="119050"/>
            </a:xfrm>
            <a:custGeom>
              <a:avLst/>
              <a:gdLst/>
              <a:ahLst/>
              <a:cxnLst/>
              <a:rect l="l" t="t" r="r" b="b"/>
              <a:pathLst>
                <a:path w="12575" h="4762" extrusionOk="0">
                  <a:moveTo>
                    <a:pt x="10528" y="1"/>
                  </a:moveTo>
                  <a:cubicBezTo>
                    <a:pt x="9707" y="1"/>
                    <a:pt x="8871" y="183"/>
                    <a:pt x="8080" y="415"/>
                  </a:cubicBezTo>
                  <a:cubicBezTo>
                    <a:pt x="5472" y="1158"/>
                    <a:pt x="2986" y="2401"/>
                    <a:pt x="822" y="4032"/>
                  </a:cubicBezTo>
                  <a:cubicBezTo>
                    <a:pt x="436" y="4310"/>
                    <a:pt x="0" y="4762"/>
                    <a:pt x="367" y="4762"/>
                  </a:cubicBezTo>
                  <a:cubicBezTo>
                    <a:pt x="454" y="4762"/>
                    <a:pt x="587" y="4736"/>
                    <a:pt x="777" y="4676"/>
                  </a:cubicBezTo>
                  <a:cubicBezTo>
                    <a:pt x="1432" y="4465"/>
                    <a:pt x="2098" y="4299"/>
                    <a:pt x="2764" y="4143"/>
                  </a:cubicBezTo>
                  <a:cubicBezTo>
                    <a:pt x="4051" y="3855"/>
                    <a:pt x="5372" y="3644"/>
                    <a:pt x="6670" y="3378"/>
                  </a:cubicBezTo>
                  <a:cubicBezTo>
                    <a:pt x="8135" y="3078"/>
                    <a:pt x="9600" y="2712"/>
                    <a:pt x="10987" y="2135"/>
                  </a:cubicBezTo>
                  <a:cubicBezTo>
                    <a:pt x="11476" y="1924"/>
                    <a:pt x="11942" y="1691"/>
                    <a:pt x="12297" y="1302"/>
                  </a:cubicBezTo>
                  <a:cubicBezTo>
                    <a:pt x="12441" y="1136"/>
                    <a:pt x="12574" y="914"/>
                    <a:pt x="12519" y="692"/>
                  </a:cubicBezTo>
                  <a:cubicBezTo>
                    <a:pt x="12452" y="437"/>
                    <a:pt x="12175" y="304"/>
                    <a:pt x="11942" y="215"/>
                  </a:cubicBezTo>
                  <a:cubicBezTo>
                    <a:pt x="11483" y="63"/>
                    <a:pt x="11008" y="1"/>
                    <a:pt x="10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1"/>
            <p:cNvSpPr/>
            <p:nvPr/>
          </p:nvSpPr>
          <p:spPr>
            <a:xfrm>
              <a:off x="5933850" y="3710350"/>
              <a:ext cx="205350" cy="60225"/>
            </a:xfrm>
            <a:custGeom>
              <a:avLst/>
              <a:gdLst/>
              <a:ahLst/>
              <a:cxnLst/>
              <a:rect l="l" t="t" r="r" b="b"/>
              <a:pathLst>
                <a:path w="8214" h="2409" fill="none" extrusionOk="0">
                  <a:moveTo>
                    <a:pt x="8213" y="0"/>
                  </a:moveTo>
                  <a:cubicBezTo>
                    <a:pt x="5627" y="289"/>
                    <a:pt x="2354" y="1377"/>
                    <a:pt x="1" y="2409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1"/>
            <p:cNvSpPr/>
            <p:nvPr/>
          </p:nvSpPr>
          <p:spPr>
            <a:xfrm>
              <a:off x="5845350" y="3783000"/>
              <a:ext cx="247225" cy="51225"/>
            </a:xfrm>
            <a:custGeom>
              <a:avLst/>
              <a:gdLst/>
              <a:ahLst/>
              <a:cxnLst/>
              <a:rect l="l" t="t" r="r" b="b"/>
              <a:pathLst>
                <a:path w="9889" h="2049" extrusionOk="0">
                  <a:moveTo>
                    <a:pt x="5297" y="0"/>
                  </a:moveTo>
                  <a:cubicBezTo>
                    <a:pt x="3828" y="0"/>
                    <a:pt x="2365" y="202"/>
                    <a:pt x="955" y="601"/>
                  </a:cubicBezTo>
                  <a:cubicBezTo>
                    <a:pt x="544" y="712"/>
                    <a:pt x="1" y="979"/>
                    <a:pt x="744" y="1012"/>
                  </a:cubicBezTo>
                  <a:cubicBezTo>
                    <a:pt x="1244" y="1045"/>
                    <a:pt x="1754" y="1112"/>
                    <a:pt x="2242" y="1190"/>
                  </a:cubicBezTo>
                  <a:cubicBezTo>
                    <a:pt x="3219" y="1334"/>
                    <a:pt x="4162" y="1545"/>
                    <a:pt x="5128" y="1711"/>
                  </a:cubicBezTo>
                  <a:cubicBezTo>
                    <a:pt x="6106" y="1903"/>
                    <a:pt x="7112" y="2049"/>
                    <a:pt x="8120" y="2049"/>
                  </a:cubicBezTo>
                  <a:cubicBezTo>
                    <a:pt x="8222" y="2049"/>
                    <a:pt x="8323" y="2047"/>
                    <a:pt x="8424" y="2044"/>
                  </a:cubicBezTo>
                  <a:cubicBezTo>
                    <a:pt x="8812" y="2033"/>
                    <a:pt x="9201" y="2000"/>
                    <a:pt x="9545" y="1822"/>
                  </a:cubicBezTo>
                  <a:cubicBezTo>
                    <a:pt x="9700" y="1756"/>
                    <a:pt x="9833" y="1633"/>
                    <a:pt x="9867" y="1467"/>
                  </a:cubicBezTo>
                  <a:cubicBezTo>
                    <a:pt x="9889" y="1267"/>
                    <a:pt x="9733" y="1112"/>
                    <a:pt x="9600" y="990"/>
                  </a:cubicBezTo>
                  <a:cubicBezTo>
                    <a:pt x="8846" y="379"/>
                    <a:pt x="7858" y="169"/>
                    <a:pt x="6892" y="80"/>
                  </a:cubicBezTo>
                  <a:cubicBezTo>
                    <a:pt x="6362" y="27"/>
                    <a:pt x="5829" y="0"/>
                    <a:pt x="5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1"/>
            <p:cNvSpPr/>
            <p:nvPr/>
          </p:nvSpPr>
          <p:spPr>
            <a:xfrm>
              <a:off x="5905825" y="3800250"/>
              <a:ext cx="157075" cy="15825"/>
            </a:xfrm>
            <a:custGeom>
              <a:avLst/>
              <a:gdLst/>
              <a:ahLst/>
              <a:cxnLst/>
              <a:rect l="l" t="t" r="r" b="b"/>
              <a:pathLst>
                <a:path w="6283" h="633" fill="none" extrusionOk="0">
                  <a:moveTo>
                    <a:pt x="6282" y="633"/>
                  </a:moveTo>
                  <a:cubicBezTo>
                    <a:pt x="4440" y="133"/>
                    <a:pt x="1910" y="0"/>
                    <a:pt x="1" y="7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1"/>
            <p:cNvSpPr/>
            <p:nvPr/>
          </p:nvSpPr>
          <p:spPr>
            <a:xfrm>
              <a:off x="5356775" y="3736425"/>
              <a:ext cx="554900" cy="278225"/>
            </a:xfrm>
            <a:custGeom>
              <a:avLst/>
              <a:gdLst/>
              <a:ahLst/>
              <a:cxnLst/>
              <a:rect l="l" t="t" r="r" b="b"/>
              <a:pathLst>
                <a:path w="22196" h="11129" extrusionOk="0">
                  <a:moveTo>
                    <a:pt x="18664" y="1"/>
                  </a:moveTo>
                  <a:cubicBezTo>
                    <a:pt x="18001" y="1"/>
                    <a:pt x="17313" y="208"/>
                    <a:pt x="16669" y="445"/>
                  </a:cubicBezTo>
                  <a:cubicBezTo>
                    <a:pt x="13895" y="1421"/>
                    <a:pt x="11198" y="2631"/>
                    <a:pt x="8601" y="4007"/>
                  </a:cubicBezTo>
                  <a:cubicBezTo>
                    <a:pt x="6226" y="5250"/>
                    <a:pt x="3563" y="6560"/>
                    <a:pt x="1465" y="8235"/>
                  </a:cubicBezTo>
                  <a:cubicBezTo>
                    <a:pt x="655" y="8901"/>
                    <a:pt x="0" y="10100"/>
                    <a:pt x="1054" y="10899"/>
                  </a:cubicBezTo>
                  <a:cubicBezTo>
                    <a:pt x="1266" y="11057"/>
                    <a:pt x="1738" y="11129"/>
                    <a:pt x="2403" y="11129"/>
                  </a:cubicBezTo>
                  <a:cubicBezTo>
                    <a:pt x="6314" y="11129"/>
                    <a:pt x="16901" y="8651"/>
                    <a:pt x="20542" y="6659"/>
                  </a:cubicBezTo>
                  <a:cubicBezTo>
                    <a:pt x="21097" y="6349"/>
                    <a:pt x="21652" y="5971"/>
                    <a:pt x="21907" y="5405"/>
                  </a:cubicBezTo>
                  <a:cubicBezTo>
                    <a:pt x="22196" y="4728"/>
                    <a:pt x="21974" y="3940"/>
                    <a:pt x="21741" y="3230"/>
                  </a:cubicBezTo>
                  <a:cubicBezTo>
                    <a:pt x="21330" y="2020"/>
                    <a:pt x="20809" y="667"/>
                    <a:pt x="19632" y="178"/>
                  </a:cubicBezTo>
                  <a:cubicBezTo>
                    <a:pt x="19322" y="52"/>
                    <a:pt x="18996" y="1"/>
                    <a:pt x="18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1"/>
            <p:cNvSpPr/>
            <p:nvPr/>
          </p:nvSpPr>
          <p:spPr>
            <a:xfrm>
              <a:off x="5429125" y="3824350"/>
              <a:ext cx="233425" cy="119750"/>
            </a:xfrm>
            <a:custGeom>
              <a:avLst/>
              <a:gdLst/>
              <a:ahLst/>
              <a:cxnLst/>
              <a:rect l="l" t="t" r="r" b="b"/>
              <a:pathLst>
                <a:path w="9337" h="4790" extrusionOk="0">
                  <a:moveTo>
                    <a:pt x="8819" y="0"/>
                  </a:moveTo>
                  <a:cubicBezTo>
                    <a:pt x="8536" y="0"/>
                    <a:pt x="8244" y="109"/>
                    <a:pt x="7982" y="224"/>
                  </a:cubicBezTo>
                  <a:cubicBezTo>
                    <a:pt x="5885" y="1111"/>
                    <a:pt x="3843" y="2110"/>
                    <a:pt x="1867" y="3231"/>
                  </a:cubicBezTo>
                  <a:cubicBezTo>
                    <a:pt x="1368" y="3509"/>
                    <a:pt x="868" y="3808"/>
                    <a:pt x="391" y="4141"/>
                  </a:cubicBezTo>
                  <a:cubicBezTo>
                    <a:pt x="236" y="4230"/>
                    <a:pt x="91" y="4363"/>
                    <a:pt x="47" y="4541"/>
                  </a:cubicBezTo>
                  <a:cubicBezTo>
                    <a:pt x="1" y="4723"/>
                    <a:pt x="99" y="4790"/>
                    <a:pt x="271" y="4790"/>
                  </a:cubicBezTo>
                  <a:cubicBezTo>
                    <a:pt x="718" y="4790"/>
                    <a:pt x="1661" y="4335"/>
                    <a:pt x="1845" y="4263"/>
                  </a:cubicBezTo>
                  <a:cubicBezTo>
                    <a:pt x="2588" y="3986"/>
                    <a:pt x="3321" y="3708"/>
                    <a:pt x="4053" y="3398"/>
                  </a:cubicBezTo>
                  <a:cubicBezTo>
                    <a:pt x="5507" y="2809"/>
                    <a:pt x="6939" y="2144"/>
                    <a:pt x="8304" y="1333"/>
                  </a:cubicBezTo>
                  <a:cubicBezTo>
                    <a:pt x="8670" y="1111"/>
                    <a:pt x="9059" y="845"/>
                    <a:pt x="9258" y="457"/>
                  </a:cubicBezTo>
                  <a:cubicBezTo>
                    <a:pt x="9303" y="379"/>
                    <a:pt x="9336" y="268"/>
                    <a:pt x="9281" y="168"/>
                  </a:cubicBezTo>
                  <a:cubicBezTo>
                    <a:pt x="9247" y="102"/>
                    <a:pt x="9170" y="68"/>
                    <a:pt x="9114" y="46"/>
                  </a:cubicBezTo>
                  <a:cubicBezTo>
                    <a:pt x="9018" y="14"/>
                    <a:pt x="8919" y="0"/>
                    <a:pt x="8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1"/>
            <p:cNvSpPr/>
            <p:nvPr/>
          </p:nvSpPr>
          <p:spPr>
            <a:xfrm>
              <a:off x="5682775" y="3781575"/>
              <a:ext cx="94225" cy="44450"/>
            </a:xfrm>
            <a:custGeom>
              <a:avLst/>
              <a:gdLst/>
              <a:ahLst/>
              <a:cxnLst/>
              <a:rect l="l" t="t" r="r" b="b"/>
              <a:pathLst>
                <a:path w="3769" h="1778" extrusionOk="0">
                  <a:moveTo>
                    <a:pt x="3284" y="1"/>
                  </a:moveTo>
                  <a:cubicBezTo>
                    <a:pt x="3263" y="1"/>
                    <a:pt x="3241" y="2"/>
                    <a:pt x="3219" y="4"/>
                  </a:cubicBezTo>
                  <a:lnTo>
                    <a:pt x="3163" y="4"/>
                  </a:lnTo>
                  <a:cubicBezTo>
                    <a:pt x="2408" y="92"/>
                    <a:pt x="1676" y="281"/>
                    <a:pt x="988" y="636"/>
                  </a:cubicBezTo>
                  <a:cubicBezTo>
                    <a:pt x="655" y="780"/>
                    <a:pt x="300" y="1025"/>
                    <a:pt x="78" y="1324"/>
                  </a:cubicBezTo>
                  <a:cubicBezTo>
                    <a:pt x="56" y="1369"/>
                    <a:pt x="11" y="1424"/>
                    <a:pt x="11" y="1480"/>
                  </a:cubicBezTo>
                  <a:cubicBezTo>
                    <a:pt x="0" y="1580"/>
                    <a:pt x="78" y="1668"/>
                    <a:pt x="178" y="1713"/>
                  </a:cubicBezTo>
                  <a:cubicBezTo>
                    <a:pt x="287" y="1759"/>
                    <a:pt x="403" y="1777"/>
                    <a:pt x="521" y="1777"/>
                  </a:cubicBezTo>
                  <a:cubicBezTo>
                    <a:pt x="858" y="1777"/>
                    <a:pt x="1214" y="1628"/>
                    <a:pt x="1509" y="1546"/>
                  </a:cubicBezTo>
                  <a:cubicBezTo>
                    <a:pt x="1965" y="1424"/>
                    <a:pt x="2431" y="1224"/>
                    <a:pt x="2841" y="991"/>
                  </a:cubicBezTo>
                  <a:cubicBezTo>
                    <a:pt x="3074" y="858"/>
                    <a:pt x="3341" y="725"/>
                    <a:pt x="3518" y="525"/>
                  </a:cubicBezTo>
                  <a:cubicBezTo>
                    <a:pt x="3769" y="243"/>
                    <a:pt x="3617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 txBox="1">
            <a:spLocks noGrp="1"/>
          </p:cNvSpPr>
          <p:nvPr>
            <p:ph type="title"/>
          </p:nvPr>
        </p:nvSpPr>
        <p:spPr>
          <a:xfrm>
            <a:off x="2198400" y="2263438"/>
            <a:ext cx="4747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2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0" name="Google Shape;210;p42"/>
          <p:cNvSpPr txBox="1">
            <a:spLocks noGrp="1"/>
          </p:cNvSpPr>
          <p:nvPr>
            <p:ph type="title" idx="2"/>
          </p:nvPr>
        </p:nvSpPr>
        <p:spPr>
          <a:xfrm>
            <a:off x="3975900" y="1378225"/>
            <a:ext cx="11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42"/>
          <p:cNvSpPr txBox="1">
            <a:spLocks noGrp="1"/>
          </p:cNvSpPr>
          <p:nvPr>
            <p:ph type="subTitle" idx="1"/>
          </p:nvPr>
        </p:nvSpPr>
        <p:spPr>
          <a:xfrm>
            <a:off x="2198425" y="3090925"/>
            <a:ext cx="4747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2"/>
          <p:cNvSpPr/>
          <p:nvPr/>
        </p:nvSpPr>
        <p:spPr>
          <a:xfrm>
            <a:off x="-78375" y="0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2"/>
          <p:cNvSpPr/>
          <p:nvPr/>
        </p:nvSpPr>
        <p:spPr>
          <a:xfrm>
            <a:off x="6422575" y="4004477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42"/>
          <p:cNvGrpSpPr/>
          <p:nvPr/>
        </p:nvGrpSpPr>
        <p:grpSpPr>
          <a:xfrm>
            <a:off x="0" y="599000"/>
            <a:ext cx="9373810" cy="2644435"/>
            <a:chOff x="0" y="599000"/>
            <a:chExt cx="9373810" cy="2644435"/>
          </a:xfrm>
        </p:grpSpPr>
        <p:grpSp>
          <p:nvGrpSpPr>
            <p:cNvPr id="215" name="Google Shape;215;p42"/>
            <p:cNvGrpSpPr/>
            <p:nvPr/>
          </p:nvGrpSpPr>
          <p:grpSpPr>
            <a:xfrm>
              <a:off x="8607228" y="2401597"/>
              <a:ext cx="766582" cy="841838"/>
              <a:chOff x="7946500" y="4129225"/>
              <a:chExt cx="1050975" cy="1154151"/>
            </a:xfrm>
          </p:grpSpPr>
          <p:sp>
            <p:nvSpPr>
              <p:cNvPr id="216" name="Google Shape;216;p42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2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2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2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2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2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2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42"/>
            <p:cNvGrpSpPr/>
            <p:nvPr/>
          </p:nvGrpSpPr>
          <p:grpSpPr>
            <a:xfrm>
              <a:off x="0" y="599000"/>
              <a:ext cx="1050975" cy="1154151"/>
              <a:chOff x="7946500" y="4129225"/>
              <a:chExt cx="1050975" cy="1154151"/>
            </a:xfrm>
          </p:grpSpPr>
          <p:sp>
            <p:nvSpPr>
              <p:cNvPr id="224" name="Google Shape;224;p42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2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2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2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2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2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2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1" name="Google Shape;231;p42"/>
          <p:cNvGrpSpPr/>
          <p:nvPr/>
        </p:nvGrpSpPr>
        <p:grpSpPr>
          <a:xfrm>
            <a:off x="-777129" y="2468898"/>
            <a:ext cx="7308842" cy="3072496"/>
            <a:chOff x="-777129" y="2468898"/>
            <a:chExt cx="7308842" cy="3072496"/>
          </a:xfrm>
        </p:grpSpPr>
        <p:grpSp>
          <p:nvGrpSpPr>
            <p:cNvPr id="232" name="Google Shape;232;p42"/>
            <p:cNvGrpSpPr/>
            <p:nvPr/>
          </p:nvGrpSpPr>
          <p:grpSpPr>
            <a:xfrm rot="2873761">
              <a:off x="-385141" y="2691385"/>
              <a:ext cx="1331775" cy="1648170"/>
              <a:chOff x="3961475" y="3551375"/>
              <a:chExt cx="373750" cy="462525"/>
            </a:xfrm>
          </p:grpSpPr>
          <p:sp>
            <p:nvSpPr>
              <p:cNvPr id="233" name="Google Shape;233;p42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2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2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2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2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42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42"/>
            <p:cNvGrpSpPr/>
            <p:nvPr/>
          </p:nvGrpSpPr>
          <p:grpSpPr>
            <a:xfrm rot="-2700000">
              <a:off x="5398304" y="4346982"/>
              <a:ext cx="903212" cy="1025217"/>
              <a:chOff x="3932350" y="2919350"/>
              <a:chExt cx="324625" cy="368475"/>
            </a:xfrm>
          </p:grpSpPr>
          <p:sp>
            <p:nvSpPr>
              <p:cNvPr id="240" name="Google Shape;240;p42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2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2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2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4" name="Google Shape;244;p42"/>
          <p:cNvGrpSpPr/>
          <p:nvPr/>
        </p:nvGrpSpPr>
        <p:grpSpPr>
          <a:xfrm>
            <a:off x="1428860" y="-331878"/>
            <a:ext cx="1331750" cy="953317"/>
            <a:chOff x="4661950" y="2869625"/>
            <a:chExt cx="517325" cy="360900"/>
          </a:xfrm>
        </p:grpSpPr>
        <p:sp>
          <p:nvSpPr>
            <p:cNvPr id="245" name="Google Shape;245;p42"/>
            <p:cNvSpPr/>
            <p:nvPr/>
          </p:nvSpPr>
          <p:spPr>
            <a:xfrm>
              <a:off x="4661950" y="2869625"/>
              <a:ext cx="517325" cy="360900"/>
            </a:xfrm>
            <a:custGeom>
              <a:avLst/>
              <a:gdLst/>
              <a:ahLst/>
              <a:cxnLst/>
              <a:rect l="l" t="t" r="r" b="b"/>
              <a:pathLst>
                <a:path w="20693" h="14436" extrusionOk="0">
                  <a:moveTo>
                    <a:pt x="10325" y="1"/>
                  </a:moveTo>
                  <a:cubicBezTo>
                    <a:pt x="3795" y="1"/>
                    <a:pt x="1" y="10142"/>
                    <a:pt x="7206" y="13653"/>
                  </a:cubicBezTo>
                  <a:cubicBezTo>
                    <a:pt x="8311" y="14195"/>
                    <a:pt x="9381" y="14436"/>
                    <a:pt x="10386" y="14436"/>
                  </a:cubicBezTo>
                  <a:cubicBezTo>
                    <a:pt x="16911" y="14436"/>
                    <a:pt x="20692" y="4299"/>
                    <a:pt x="13499" y="780"/>
                  </a:cubicBezTo>
                  <a:cubicBezTo>
                    <a:pt x="12396" y="240"/>
                    <a:pt x="11329" y="1"/>
                    <a:pt x="10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2"/>
            <p:cNvSpPr/>
            <p:nvPr/>
          </p:nvSpPr>
          <p:spPr>
            <a:xfrm>
              <a:off x="4686050" y="2886350"/>
              <a:ext cx="469425" cy="327650"/>
            </a:xfrm>
            <a:custGeom>
              <a:avLst/>
              <a:gdLst/>
              <a:ahLst/>
              <a:cxnLst/>
              <a:rect l="l" t="t" r="r" b="b"/>
              <a:pathLst>
                <a:path w="18777" h="13106" extrusionOk="0">
                  <a:moveTo>
                    <a:pt x="9362" y="1"/>
                  </a:moveTo>
                  <a:cubicBezTo>
                    <a:pt x="3439" y="1"/>
                    <a:pt x="1" y="9203"/>
                    <a:pt x="6531" y="12396"/>
                  </a:cubicBezTo>
                  <a:cubicBezTo>
                    <a:pt x="7532" y="12887"/>
                    <a:pt x="8501" y="13105"/>
                    <a:pt x="9412" y="13105"/>
                  </a:cubicBezTo>
                  <a:cubicBezTo>
                    <a:pt x="15330" y="13105"/>
                    <a:pt x="18777" y="3903"/>
                    <a:pt x="12246" y="710"/>
                  </a:cubicBezTo>
                  <a:cubicBezTo>
                    <a:pt x="11244" y="219"/>
                    <a:pt x="10274" y="1"/>
                    <a:pt x="9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4696750" y="2893600"/>
              <a:ext cx="447700" cy="312325"/>
            </a:xfrm>
            <a:custGeom>
              <a:avLst/>
              <a:gdLst/>
              <a:ahLst/>
              <a:cxnLst/>
              <a:rect l="l" t="t" r="r" b="b"/>
              <a:pathLst>
                <a:path w="17908" h="12493" extrusionOk="0">
                  <a:moveTo>
                    <a:pt x="8933" y="1"/>
                  </a:moveTo>
                  <a:cubicBezTo>
                    <a:pt x="3275" y="1"/>
                    <a:pt x="1" y="8778"/>
                    <a:pt x="6225" y="11817"/>
                  </a:cubicBezTo>
                  <a:cubicBezTo>
                    <a:pt x="7183" y="12285"/>
                    <a:pt x="8110" y="12493"/>
                    <a:pt x="8981" y="12493"/>
                  </a:cubicBezTo>
                  <a:cubicBezTo>
                    <a:pt x="14637" y="12493"/>
                    <a:pt x="17908" y="3734"/>
                    <a:pt x="11685" y="675"/>
                  </a:cubicBezTo>
                  <a:cubicBezTo>
                    <a:pt x="10729" y="208"/>
                    <a:pt x="9803" y="1"/>
                    <a:pt x="89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4886775" y="3089300"/>
              <a:ext cx="37375" cy="62175"/>
            </a:xfrm>
            <a:custGeom>
              <a:avLst/>
              <a:gdLst/>
              <a:ahLst/>
              <a:cxnLst/>
              <a:rect l="l" t="t" r="r" b="b"/>
              <a:pathLst>
                <a:path w="1495" h="2487" extrusionOk="0">
                  <a:moveTo>
                    <a:pt x="907" y="1"/>
                  </a:moveTo>
                  <a:cubicBezTo>
                    <a:pt x="588" y="1"/>
                    <a:pt x="225" y="361"/>
                    <a:pt x="111" y="782"/>
                  </a:cubicBezTo>
                  <a:cubicBezTo>
                    <a:pt x="67" y="938"/>
                    <a:pt x="33" y="1104"/>
                    <a:pt x="33" y="1271"/>
                  </a:cubicBezTo>
                  <a:cubicBezTo>
                    <a:pt x="0" y="1648"/>
                    <a:pt x="89" y="2047"/>
                    <a:pt x="333" y="2314"/>
                  </a:cubicBezTo>
                  <a:cubicBezTo>
                    <a:pt x="422" y="2391"/>
                    <a:pt x="511" y="2469"/>
                    <a:pt x="622" y="2480"/>
                  </a:cubicBezTo>
                  <a:cubicBezTo>
                    <a:pt x="652" y="2485"/>
                    <a:pt x="681" y="2487"/>
                    <a:pt x="709" y="2487"/>
                  </a:cubicBezTo>
                  <a:cubicBezTo>
                    <a:pt x="1436" y="2487"/>
                    <a:pt x="1495" y="1009"/>
                    <a:pt x="1398" y="560"/>
                  </a:cubicBezTo>
                  <a:cubicBezTo>
                    <a:pt x="1310" y="158"/>
                    <a:pt x="1118" y="1"/>
                    <a:pt x="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4890650" y="3093550"/>
              <a:ext cx="29375" cy="49625"/>
            </a:xfrm>
            <a:custGeom>
              <a:avLst/>
              <a:gdLst/>
              <a:ahLst/>
              <a:cxnLst/>
              <a:rect l="l" t="t" r="r" b="b"/>
              <a:pathLst>
                <a:path w="1175" h="1985" extrusionOk="0">
                  <a:moveTo>
                    <a:pt x="716" y="1"/>
                  </a:moveTo>
                  <a:cubicBezTo>
                    <a:pt x="461" y="1"/>
                    <a:pt x="172" y="287"/>
                    <a:pt x="78" y="634"/>
                  </a:cubicBezTo>
                  <a:cubicBezTo>
                    <a:pt x="45" y="745"/>
                    <a:pt x="23" y="867"/>
                    <a:pt x="12" y="1001"/>
                  </a:cubicBezTo>
                  <a:cubicBezTo>
                    <a:pt x="1" y="1311"/>
                    <a:pt x="56" y="1611"/>
                    <a:pt x="245" y="1833"/>
                  </a:cubicBezTo>
                  <a:cubicBezTo>
                    <a:pt x="300" y="1911"/>
                    <a:pt x="389" y="1966"/>
                    <a:pt x="489" y="1977"/>
                  </a:cubicBezTo>
                  <a:cubicBezTo>
                    <a:pt x="515" y="1982"/>
                    <a:pt x="540" y="1984"/>
                    <a:pt x="564" y="1984"/>
                  </a:cubicBezTo>
                  <a:cubicBezTo>
                    <a:pt x="1126" y="1984"/>
                    <a:pt x="1174" y="797"/>
                    <a:pt x="1110" y="446"/>
                  </a:cubicBezTo>
                  <a:cubicBezTo>
                    <a:pt x="1039" y="127"/>
                    <a:pt x="886" y="1"/>
                    <a:pt x="7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4896200" y="3104950"/>
              <a:ext cx="12225" cy="14500"/>
            </a:xfrm>
            <a:custGeom>
              <a:avLst/>
              <a:gdLst/>
              <a:ahLst/>
              <a:cxnLst/>
              <a:rect l="l" t="t" r="r" b="b"/>
              <a:pathLst>
                <a:path w="489" h="580" extrusionOk="0">
                  <a:moveTo>
                    <a:pt x="269" y="1"/>
                  </a:moveTo>
                  <a:cubicBezTo>
                    <a:pt x="97" y="1"/>
                    <a:pt x="1" y="303"/>
                    <a:pt x="23" y="434"/>
                  </a:cubicBezTo>
                  <a:cubicBezTo>
                    <a:pt x="45" y="511"/>
                    <a:pt x="78" y="578"/>
                    <a:pt x="156" y="578"/>
                  </a:cubicBezTo>
                  <a:cubicBezTo>
                    <a:pt x="162" y="579"/>
                    <a:pt x="167" y="579"/>
                    <a:pt x="173" y="579"/>
                  </a:cubicBezTo>
                  <a:cubicBezTo>
                    <a:pt x="232" y="579"/>
                    <a:pt x="280" y="529"/>
                    <a:pt x="300" y="478"/>
                  </a:cubicBezTo>
                  <a:cubicBezTo>
                    <a:pt x="378" y="378"/>
                    <a:pt x="489" y="1"/>
                    <a:pt x="278" y="1"/>
                  </a:cubicBezTo>
                  <a:cubicBezTo>
                    <a:pt x="275" y="1"/>
                    <a:pt x="272" y="1"/>
                    <a:pt x="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4846825" y="3107900"/>
              <a:ext cx="41075" cy="62400"/>
            </a:xfrm>
            <a:custGeom>
              <a:avLst/>
              <a:gdLst/>
              <a:ahLst/>
              <a:cxnLst/>
              <a:rect l="l" t="t" r="r" b="b"/>
              <a:pathLst>
                <a:path w="1643" h="2496" extrusionOk="0">
                  <a:moveTo>
                    <a:pt x="725" y="1"/>
                  </a:moveTo>
                  <a:cubicBezTo>
                    <a:pt x="384" y="1"/>
                    <a:pt x="50" y="452"/>
                    <a:pt x="0" y="926"/>
                  </a:cubicBezTo>
                  <a:cubicBezTo>
                    <a:pt x="0" y="1093"/>
                    <a:pt x="0" y="1259"/>
                    <a:pt x="22" y="1414"/>
                  </a:cubicBezTo>
                  <a:cubicBezTo>
                    <a:pt x="56" y="1792"/>
                    <a:pt x="211" y="2158"/>
                    <a:pt x="499" y="2380"/>
                  </a:cubicBezTo>
                  <a:cubicBezTo>
                    <a:pt x="584" y="2446"/>
                    <a:pt x="677" y="2496"/>
                    <a:pt x="771" y="2496"/>
                  </a:cubicBezTo>
                  <a:cubicBezTo>
                    <a:pt x="788" y="2496"/>
                    <a:pt x="805" y="2494"/>
                    <a:pt x="821" y="2491"/>
                  </a:cubicBezTo>
                  <a:cubicBezTo>
                    <a:pt x="1643" y="2480"/>
                    <a:pt x="1421" y="904"/>
                    <a:pt x="1243" y="471"/>
                  </a:cubicBezTo>
                  <a:cubicBezTo>
                    <a:pt x="1098" y="135"/>
                    <a:pt x="911" y="1"/>
                    <a:pt x="7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4850150" y="3112450"/>
              <a:ext cx="32475" cy="49675"/>
            </a:xfrm>
            <a:custGeom>
              <a:avLst/>
              <a:gdLst/>
              <a:ahLst/>
              <a:cxnLst/>
              <a:rect l="l" t="t" r="r" b="b"/>
              <a:pathLst>
                <a:path w="1299" h="1987" extrusionOk="0">
                  <a:moveTo>
                    <a:pt x="573" y="0"/>
                  </a:moveTo>
                  <a:cubicBezTo>
                    <a:pt x="304" y="0"/>
                    <a:pt x="36" y="360"/>
                    <a:pt x="0" y="733"/>
                  </a:cubicBezTo>
                  <a:cubicBezTo>
                    <a:pt x="0" y="855"/>
                    <a:pt x="0" y="988"/>
                    <a:pt x="11" y="1110"/>
                  </a:cubicBezTo>
                  <a:cubicBezTo>
                    <a:pt x="56" y="1399"/>
                    <a:pt x="167" y="1698"/>
                    <a:pt x="400" y="1887"/>
                  </a:cubicBezTo>
                  <a:cubicBezTo>
                    <a:pt x="466" y="1943"/>
                    <a:pt x="566" y="1987"/>
                    <a:pt x="644" y="1987"/>
                  </a:cubicBezTo>
                  <a:cubicBezTo>
                    <a:pt x="1299" y="1965"/>
                    <a:pt x="1132" y="722"/>
                    <a:pt x="977" y="378"/>
                  </a:cubicBezTo>
                  <a:cubicBezTo>
                    <a:pt x="867" y="107"/>
                    <a:pt x="720" y="0"/>
                    <a:pt x="5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4854575" y="3124850"/>
              <a:ext cx="10700" cy="14525"/>
            </a:xfrm>
            <a:custGeom>
              <a:avLst/>
              <a:gdLst/>
              <a:ahLst/>
              <a:cxnLst/>
              <a:rect l="l" t="t" r="r" b="b"/>
              <a:pathLst>
                <a:path w="428" h="581" extrusionOk="0">
                  <a:moveTo>
                    <a:pt x="254" y="0"/>
                  </a:moveTo>
                  <a:cubicBezTo>
                    <a:pt x="245" y="0"/>
                    <a:pt x="234" y="1"/>
                    <a:pt x="223" y="4"/>
                  </a:cubicBezTo>
                  <a:cubicBezTo>
                    <a:pt x="45" y="26"/>
                    <a:pt x="1" y="337"/>
                    <a:pt x="45" y="459"/>
                  </a:cubicBezTo>
                  <a:cubicBezTo>
                    <a:pt x="67" y="525"/>
                    <a:pt x="123" y="581"/>
                    <a:pt x="189" y="581"/>
                  </a:cubicBezTo>
                  <a:cubicBezTo>
                    <a:pt x="267" y="581"/>
                    <a:pt x="300" y="514"/>
                    <a:pt x="334" y="459"/>
                  </a:cubicBezTo>
                  <a:cubicBezTo>
                    <a:pt x="376" y="354"/>
                    <a:pt x="428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2"/>
            <p:cNvSpPr/>
            <p:nvPr/>
          </p:nvSpPr>
          <p:spPr>
            <a:xfrm>
              <a:off x="4934275" y="3081225"/>
              <a:ext cx="39350" cy="61025"/>
            </a:xfrm>
            <a:custGeom>
              <a:avLst/>
              <a:gdLst/>
              <a:ahLst/>
              <a:cxnLst/>
              <a:rect l="l" t="t" r="r" b="b"/>
              <a:pathLst>
                <a:path w="1574" h="2441" extrusionOk="0">
                  <a:moveTo>
                    <a:pt x="506" y="1"/>
                  </a:moveTo>
                  <a:cubicBezTo>
                    <a:pt x="263" y="1"/>
                    <a:pt x="61" y="181"/>
                    <a:pt x="31" y="639"/>
                  </a:cubicBezTo>
                  <a:cubicBezTo>
                    <a:pt x="0" y="1072"/>
                    <a:pt x="266" y="2441"/>
                    <a:pt x="925" y="2441"/>
                  </a:cubicBezTo>
                  <a:cubicBezTo>
                    <a:pt x="976" y="2441"/>
                    <a:pt x="1030" y="2432"/>
                    <a:pt x="1085" y="2415"/>
                  </a:cubicBezTo>
                  <a:cubicBezTo>
                    <a:pt x="1196" y="2381"/>
                    <a:pt x="1274" y="2304"/>
                    <a:pt x="1352" y="2204"/>
                  </a:cubicBezTo>
                  <a:cubicBezTo>
                    <a:pt x="1552" y="1915"/>
                    <a:pt x="1574" y="1516"/>
                    <a:pt x="1485" y="1138"/>
                  </a:cubicBezTo>
                  <a:cubicBezTo>
                    <a:pt x="1441" y="972"/>
                    <a:pt x="1385" y="817"/>
                    <a:pt x="1352" y="661"/>
                  </a:cubicBezTo>
                  <a:cubicBezTo>
                    <a:pt x="1179" y="285"/>
                    <a:pt x="810" y="1"/>
                    <a:pt x="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2"/>
            <p:cNvSpPr/>
            <p:nvPr/>
          </p:nvSpPr>
          <p:spPr>
            <a:xfrm>
              <a:off x="4937575" y="3085275"/>
              <a:ext cx="31350" cy="48500"/>
            </a:xfrm>
            <a:custGeom>
              <a:avLst/>
              <a:gdLst/>
              <a:ahLst/>
              <a:cxnLst/>
              <a:rect l="l" t="t" r="r" b="b"/>
              <a:pathLst>
                <a:path w="1254" h="1940" extrusionOk="0">
                  <a:moveTo>
                    <a:pt x="398" y="1"/>
                  </a:moveTo>
                  <a:cubicBezTo>
                    <a:pt x="206" y="1"/>
                    <a:pt x="46" y="142"/>
                    <a:pt x="21" y="499"/>
                  </a:cubicBezTo>
                  <a:cubicBezTo>
                    <a:pt x="1" y="850"/>
                    <a:pt x="210" y="1939"/>
                    <a:pt x="739" y="1939"/>
                  </a:cubicBezTo>
                  <a:cubicBezTo>
                    <a:pt x="779" y="1939"/>
                    <a:pt x="821" y="1933"/>
                    <a:pt x="865" y="1920"/>
                  </a:cubicBezTo>
                  <a:cubicBezTo>
                    <a:pt x="953" y="1887"/>
                    <a:pt x="1020" y="1820"/>
                    <a:pt x="1076" y="1753"/>
                  </a:cubicBezTo>
                  <a:cubicBezTo>
                    <a:pt x="1242" y="1498"/>
                    <a:pt x="1253" y="1187"/>
                    <a:pt x="1187" y="888"/>
                  </a:cubicBezTo>
                  <a:cubicBezTo>
                    <a:pt x="1164" y="766"/>
                    <a:pt x="1120" y="644"/>
                    <a:pt x="1064" y="533"/>
                  </a:cubicBezTo>
                  <a:cubicBezTo>
                    <a:pt x="934" y="228"/>
                    <a:pt x="641" y="1"/>
                    <a:pt x="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4948075" y="3096300"/>
              <a:ext cx="13075" cy="13725"/>
            </a:xfrm>
            <a:custGeom>
              <a:avLst/>
              <a:gdLst/>
              <a:ahLst/>
              <a:cxnLst/>
              <a:rect l="l" t="t" r="r" b="b"/>
              <a:pathLst>
                <a:path w="523" h="549" extrusionOk="0">
                  <a:moveTo>
                    <a:pt x="232" y="0"/>
                  </a:moveTo>
                  <a:cubicBezTo>
                    <a:pt x="221" y="0"/>
                    <a:pt x="211" y="1"/>
                    <a:pt x="201" y="3"/>
                  </a:cubicBezTo>
                  <a:cubicBezTo>
                    <a:pt x="1" y="36"/>
                    <a:pt x="167" y="380"/>
                    <a:pt x="256" y="480"/>
                  </a:cubicBezTo>
                  <a:cubicBezTo>
                    <a:pt x="285" y="519"/>
                    <a:pt x="339" y="549"/>
                    <a:pt x="396" y="549"/>
                  </a:cubicBezTo>
                  <a:cubicBezTo>
                    <a:pt x="405" y="549"/>
                    <a:pt x="414" y="548"/>
                    <a:pt x="423" y="547"/>
                  </a:cubicBezTo>
                  <a:cubicBezTo>
                    <a:pt x="489" y="524"/>
                    <a:pt x="522" y="447"/>
                    <a:pt x="522" y="380"/>
                  </a:cubicBezTo>
                  <a:cubicBezTo>
                    <a:pt x="522" y="254"/>
                    <a:pt x="404" y="0"/>
                    <a:pt x="2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4979475" y="3094400"/>
              <a:ext cx="39100" cy="62475"/>
            </a:xfrm>
            <a:custGeom>
              <a:avLst/>
              <a:gdLst/>
              <a:ahLst/>
              <a:cxnLst/>
              <a:rect l="l" t="t" r="r" b="b"/>
              <a:pathLst>
                <a:path w="1564" h="2499" extrusionOk="0">
                  <a:moveTo>
                    <a:pt x="784" y="1"/>
                  </a:moveTo>
                  <a:cubicBezTo>
                    <a:pt x="591" y="1"/>
                    <a:pt x="402" y="143"/>
                    <a:pt x="276" y="501"/>
                  </a:cubicBezTo>
                  <a:cubicBezTo>
                    <a:pt x="122" y="941"/>
                    <a:pt x="1" y="2498"/>
                    <a:pt x="803" y="2498"/>
                  </a:cubicBezTo>
                  <a:cubicBezTo>
                    <a:pt x="809" y="2498"/>
                    <a:pt x="814" y="2498"/>
                    <a:pt x="820" y="2498"/>
                  </a:cubicBezTo>
                  <a:cubicBezTo>
                    <a:pt x="931" y="2487"/>
                    <a:pt x="1042" y="2432"/>
                    <a:pt x="1120" y="2354"/>
                  </a:cubicBezTo>
                  <a:cubicBezTo>
                    <a:pt x="1408" y="2121"/>
                    <a:pt x="1519" y="1732"/>
                    <a:pt x="1553" y="1355"/>
                  </a:cubicBezTo>
                  <a:cubicBezTo>
                    <a:pt x="1564" y="1189"/>
                    <a:pt x="1553" y="1044"/>
                    <a:pt x="1519" y="889"/>
                  </a:cubicBezTo>
                  <a:cubicBezTo>
                    <a:pt x="1463" y="425"/>
                    <a:pt x="1117" y="1"/>
                    <a:pt x="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4984200" y="3098600"/>
              <a:ext cx="31050" cy="49675"/>
            </a:xfrm>
            <a:custGeom>
              <a:avLst/>
              <a:gdLst/>
              <a:ahLst/>
              <a:cxnLst/>
              <a:rect l="l" t="t" r="r" b="b"/>
              <a:pathLst>
                <a:path w="1242" h="1987" extrusionOk="0">
                  <a:moveTo>
                    <a:pt x="628" y="1"/>
                  </a:moveTo>
                  <a:cubicBezTo>
                    <a:pt x="473" y="1"/>
                    <a:pt x="322" y="114"/>
                    <a:pt x="220" y="399"/>
                  </a:cubicBezTo>
                  <a:cubicBezTo>
                    <a:pt x="99" y="740"/>
                    <a:pt x="0" y="1986"/>
                    <a:pt x="636" y="1986"/>
                  </a:cubicBezTo>
                  <a:cubicBezTo>
                    <a:pt x="642" y="1986"/>
                    <a:pt x="648" y="1986"/>
                    <a:pt x="653" y="1986"/>
                  </a:cubicBezTo>
                  <a:cubicBezTo>
                    <a:pt x="753" y="1986"/>
                    <a:pt x="831" y="1931"/>
                    <a:pt x="909" y="1875"/>
                  </a:cubicBezTo>
                  <a:cubicBezTo>
                    <a:pt x="1131" y="1686"/>
                    <a:pt x="1219" y="1387"/>
                    <a:pt x="1241" y="1076"/>
                  </a:cubicBezTo>
                  <a:cubicBezTo>
                    <a:pt x="1241" y="954"/>
                    <a:pt x="1241" y="810"/>
                    <a:pt x="1219" y="710"/>
                  </a:cubicBezTo>
                  <a:cubicBezTo>
                    <a:pt x="1170" y="338"/>
                    <a:pt x="894" y="1"/>
                    <a:pt x="6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4999475" y="3110225"/>
              <a:ext cx="11050" cy="15000"/>
            </a:xfrm>
            <a:custGeom>
              <a:avLst/>
              <a:gdLst/>
              <a:ahLst/>
              <a:cxnLst/>
              <a:rect l="l" t="t" r="r" b="b"/>
              <a:pathLst>
                <a:path w="442" h="600" extrusionOk="0">
                  <a:moveTo>
                    <a:pt x="200" y="0"/>
                  </a:moveTo>
                  <a:cubicBezTo>
                    <a:pt x="0" y="0"/>
                    <a:pt x="76" y="369"/>
                    <a:pt x="131" y="478"/>
                  </a:cubicBezTo>
                  <a:cubicBezTo>
                    <a:pt x="153" y="544"/>
                    <a:pt x="198" y="600"/>
                    <a:pt x="264" y="600"/>
                  </a:cubicBezTo>
                  <a:cubicBezTo>
                    <a:pt x="331" y="600"/>
                    <a:pt x="386" y="544"/>
                    <a:pt x="409" y="478"/>
                  </a:cubicBezTo>
                  <a:cubicBezTo>
                    <a:pt x="442" y="334"/>
                    <a:pt x="386" y="34"/>
                    <a:pt x="209" y="1"/>
                  </a:cubicBezTo>
                  <a:cubicBezTo>
                    <a:pt x="206" y="1"/>
                    <a:pt x="203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4824350" y="2969025"/>
              <a:ext cx="71025" cy="44975"/>
            </a:xfrm>
            <a:custGeom>
              <a:avLst/>
              <a:gdLst/>
              <a:ahLst/>
              <a:cxnLst/>
              <a:rect l="l" t="t" r="r" b="b"/>
              <a:pathLst>
                <a:path w="2841" h="1799" extrusionOk="0">
                  <a:moveTo>
                    <a:pt x="1046" y="0"/>
                  </a:moveTo>
                  <a:cubicBezTo>
                    <a:pt x="947" y="0"/>
                    <a:pt x="849" y="14"/>
                    <a:pt x="755" y="44"/>
                  </a:cubicBezTo>
                  <a:cubicBezTo>
                    <a:pt x="644" y="89"/>
                    <a:pt x="533" y="144"/>
                    <a:pt x="477" y="244"/>
                  </a:cubicBezTo>
                  <a:cubicBezTo>
                    <a:pt x="0" y="910"/>
                    <a:pt x="1421" y="1653"/>
                    <a:pt x="1865" y="1764"/>
                  </a:cubicBezTo>
                  <a:cubicBezTo>
                    <a:pt x="1965" y="1788"/>
                    <a:pt x="2055" y="1799"/>
                    <a:pt x="2135" y="1799"/>
                  </a:cubicBezTo>
                  <a:cubicBezTo>
                    <a:pt x="2841" y="1799"/>
                    <a:pt x="2717" y="938"/>
                    <a:pt x="2209" y="499"/>
                  </a:cubicBezTo>
                  <a:cubicBezTo>
                    <a:pt x="2098" y="399"/>
                    <a:pt x="1976" y="300"/>
                    <a:pt x="1820" y="233"/>
                  </a:cubicBezTo>
                  <a:cubicBezTo>
                    <a:pt x="1579" y="96"/>
                    <a:pt x="1308" y="0"/>
                    <a:pt x="1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4834325" y="2974375"/>
              <a:ext cx="56925" cy="36150"/>
            </a:xfrm>
            <a:custGeom>
              <a:avLst/>
              <a:gdLst/>
              <a:ahLst/>
              <a:cxnLst/>
              <a:rect l="l" t="t" r="r" b="b"/>
              <a:pathLst>
                <a:path w="2277" h="1446" extrusionOk="0">
                  <a:moveTo>
                    <a:pt x="839" y="1"/>
                  </a:moveTo>
                  <a:cubicBezTo>
                    <a:pt x="758" y="1"/>
                    <a:pt x="678" y="13"/>
                    <a:pt x="600" y="41"/>
                  </a:cubicBezTo>
                  <a:cubicBezTo>
                    <a:pt x="522" y="74"/>
                    <a:pt x="433" y="108"/>
                    <a:pt x="378" y="196"/>
                  </a:cubicBezTo>
                  <a:cubicBezTo>
                    <a:pt x="1" y="740"/>
                    <a:pt x="1133" y="1328"/>
                    <a:pt x="1488" y="1417"/>
                  </a:cubicBezTo>
                  <a:cubicBezTo>
                    <a:pt x="1570" y="1436"/>
                    <a:pt x="1643" y="1445"/>
                    <a:pt x="1708" y="1445"/>
                  </a:cubicBezTo>
                  <a:cubicBezTo>
                    <a:pt x="2276" y="1445"/>
                    <a:pt x="2164" y="756"/>
                    <a:pt x="1765" y="407"/>
                  </a:cubicBezTo>
                  <a:cubicBezTo>
                    <a:pt x="1665" y="319"/>
                    <a:pt x="1554" y="252"/>
                    <a:pt x="1443" y="185"/>
                  </a:cubicBezTo>
                  <a:cubicBezTo>
                    <a:pt x="1260" y="82"/>
                    <a:pt x="1047" y="1"/>
                    <a:pt x="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4865400" y="2985225"/>
              <a:ext cx="14175" cy="12050"/>
            </a:xfrm>
            <a:custGeom>
              <a:avLst/>
              <a:gdLst/>
              <a:ahLst/>
              <a:cxnLst/>
              <a:rect l="l" t="t" r="r" b="b"/>
              <a:pathLst>
                <a:path w="567" h="482" extrusionOk="0">
                  <a:moveTo>
                    <a:pt x="137" y="1"/>
                  </a:moveTo>
                  <a:cubicBezTo>
                    <a:pt x="90" y="1"/>
                    <a:pt x="46" y="13"/>
                    <a:pt x="23" y="51"/>
                  </a:cubicBezTo>
                  <a:cubicBezTo>
                    <a:pt x="1" y="107"/>
                    <a:pt x="12" y="173"/>
                    <a:pt x="56" y="229"/>
                  </a:cubicBezTo>
                  <a:cubicBezTo>
                    <a:pt x="106" y="304"/>
                    <a:pt x="278" y="481"/>
                    <a:pt x="401" y="481"/>
                  </a:cubicBezTo>
                  <a:cubicBezTo>
                    <a:pt x="441" y="481"/>
                    <a:pt x="476" y="463"/>
                    <a:pt x="500" y="417"/>
                  </a:cubicBezTo>
                  <a:cubicBezTo>
                    <a:pt x="567" y="262"/>
                    <a:pt x="345" y="51"/>
                    <a:pt x="200" y="7"/>
                  </a:cubicBezTo>
                  <a:cubicBezTo>
                    <a:pt x="180" y="3"/>
                    <a:pt x="158" y="1"/>
                    <a:pt x="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4825725" y="2926375"/>
              <a:ext cx="74575" cy="40225"/>
            </a:xfrm>
            <a:custGeom>
              <a:avLst/>
              <a:gdLst/>
              <a:ahLst/>
              <a:cxnLst/>
              <a:rect l="l" t="t" r="r" b="b"/>
              <a:pathLst>
                <a:path w="2983" h="1609" extrusionOk="0">
                  <a:moveTo>
                    <a:pt x="1083" y="1"/>
                  </a:moveTo>
                  <a:cubicBezTo>
                    <a:pt x="901" y="1"/>
                    <a:pt x="725" y="37"/>
                    <a:pt x="567" y="119"/>
                  </a:cubicBezTo>
                  <a:cubicBezTo>
                    <a:pt x="478" y="174"/>
                    <a:pt x="378" y="241"/>
                    <a:pt x="334" y="352"/>
                  </a:cubicBezTo>
                  <a:cubicBezTo>
                    <a:pt x="1" y="1107"/>
                    <a:pt x="1510" y="1573"/>
                    <a:pt x="1976" y="1606"/>
                  </a:cubicBezTo>
                  <a:cubicBezTo>
                    <a:pt x="2004" y="1607"/>
                    <a:pt x="2031" y="1608"/>
                    <a:pt x="2056" y="1608"/>
                  </a:cubicBezTo>
                  <a:cubicBezTo>
                    <a:pt x="2982" y="1608"/>
                    <a:pt x="2713" y="663"/>
                    <a:pt x="2087" y="296"/>
                  </a:cubicBezTo>
                  <a:cubicBezTo>
                    <a:pt x="1954" y="230"/>
                    <a:pt x="1810" y="163"/>
                    <a:pt x="1654" y="108"/>
                  </a:cubicBezTo>
                  <a:cubicBezTo>
                    <a:pt x="1468" y="40"/>
                    <a:pt x="1273" y="1"/>
                    <a:pt x="1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4835450" y="2931075"/>
              <a:ext cx="59375" cy="31900"/>
            </a:xfrm>
            <a:custGeom>
              <a:avLst/>
              <a:gdLst/>
              <a:ahLst/>
              <a:cxnLst/>
              <a:rect l="l" t="t" r="r" b="b"/>
              <a:pathLst>
                <a:path w="2375" h="1276" extrusionOk="0">
                  <a:moveTo>
                    <a:pt x="855" y="0"/>
                  </a:moveTo>
                  <a:cubicBezTo>
                    <a:pt x="714" y="0"/>
                    <a:pt x="577" y="28"/>
                    <a:pt x="455" y="97"/>
                  </a:cubicBezTo>
                  <a:cubicBezTo>
                    <a:pt x="377" y="142"/>
                    <a:pt x="311" y="197"/>
                    <a:pt x="266" y="275"/>
                  </a:cubicBezTo>
                  <a:cubicBezTo>
                    <a:pt x="0" y="874"/>
                    <a:pt x="1210" y="1263"/>
                    <a:pt x="1565" y="1274"/>
                  </a:cubicBezTo>
                  <a:cubicBezTo>
                    <a:pt x="1587" y="1275"/>
                    <a:pt x="1609" y="1276"/>
                    <a:pt x="1630" y="1276"/>
                  </a:cubicBezTo>
                  <a:cubicBezTo>
                    <a:pt x="2374" y="1276"/>
                    <a:pt x="2161" y="522"/>
                    <a:pt x="1665" y="231"/>
                  </a:cubicBezTo>
                  <a:cubicBezTo>
                    <a:pt x="1554" y="175"/>
                    <a:pt x="1443" y="120"/>
                    <a:pt x="1321" y="86"/>
                  </a:cubicBezTo>
                  <a:cubicBezTo>
                    <a:pt x="1170" y="34"/>
                    <a:pt x="1010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4864575" y="2939250"/>
              <a:ext cx="15000" cy="11275"/>
            </a:xfrm>
            <a:custGeom>
              <a:avLst/>
              <a:gdLst/>
              <a:ahLst/>
              <a:cxnLst/>
              <a:rect l="l" t="t" r="r" b="b"/>
              <a:pathLst>
                <a:path w="600" h="451" extrusionOk="0">
                  <a:moveTo>
                    <a:pt x="163" y="1"/>
                  </a:moveTo>
                  <a:cubicBezTo>
                    <a:pt x="99" y="1"/>
                    <a:pt x="43" y="27"/>
                    <a:pt x="34" y="92"/>
                  </a:cubicBezTo>
                  <a:cubicBezTo>
                    <a:pt x="0" y="148"/>
                    <a:pt x="45" y="214"/>
                    <a:pt x="89" y="270"/>
                  </a:cubicBezTo>
                  <a:cubicBezTo>
                    <a:pt x="144" y="324"/>
                    <a:pt x="320" y="451"/>
                    <a:pt x="442" y="451"/>
                  </a:cubicBezTo>
                  <a:cubicBezTo>
                    <a:pt x="494" y="451"/>
                    <a:pt x="536" y="429"/>
                    <a:pt x="555" y="370"/>
                  </a:cubicBezTo>
                  <a:cubicBezTo>
                    <a:pt x="600" y="181"/>
                    <a:pt x="333" y="14"/>
                    <a:pt x="200" y="3"/>
                  </a:cubicBezTo>
                  <a:cubicBezTo>
                    <a:pt x="188" y="2"/>
                    <a:pt x="175" y="1"/>
                    <a:pt x="1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4819075" y="3020250"/>
              <a:ext cx="74025" cy="36475"/>
            </a:xfrm>
            <a:custGeom>
              <a:avLst/>
              <a:gdLst/>
              <a:ahLst/>
              <a:cxnLst/>
              <a:rect l="l" t="t" r="r" b="b"/>
              <a:pathLst>
                <a:path w="2961" h="1459" extrusionOk="0">
                  <a:moveTo>
                    <a:pt x="814" y="0"/>
                  </a:moveTo>
                  <a:cubicBezTo>
                    <a:pt x="416" y="0"/>
                    <a:pt x="73" y="118"/>
                    <a:pt x="22" y="481"/>
                  </a:cubicBezTo>
                  <a:cubicBezTo>
                    <a:pt x="0" y="603"/>
                    <a:pt x="45" y="714"/>
                    <a:pt x="100" y="814"/>
                  </a:cubicBezTo>
                  <a:cubicBezTo>
                    <a:pt x="278" y="1125"/>
                    <a:pt x="644" y="1314"/>
                    <a:pt x="999" y="1402"/>
                  </a:cubicBezTo>
                  <a:cubicBezTo>
                    <a:pt x="1154" y="1436"/>
                    <a:pt x="1321" y="1458"/>
                    <a:pt x="1476" y="1458"/>
                  </a:cubicBezTo>
                  <a:cubicBezTo>
                    <a:pt x="1488" y="1458"/>
                    <a:pt x="1500" y="1458"/>
                    <a:pt x="1511" y="1458"/>
                  </a:cubicBezTo>
                  <a:cubicBezTo>
                    <a:pt x="2243" y="1458"/>
                    <a:pt x="2960" y="784"/>
                    <a:pt x="2076" y="293"/>
                  </a:cubicBezTo>
                  <a:cubicBezTo>
                    <a:pt x="1851" y="171"/>
                    <a:pt x="1293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4827400" y="3024250"/>
              <a:ext cx="59025" cy="29300"/>
            </a:xfrm>
            <a:custGeom>
              <a:avLst/>
              <a:gdLst/>
              <a:ahLst/>
              <a:cxnLst/>
              <a:rect l="l" t="t" r="r" b="b"/>
              <a:pathLst>
                <a:path w="2361" h="1172" extrusionOk="0">
                  <a:moveTo>
                    <a:pt x="646" y="1"/>
                  </a:moveTo>
                  <a:cubicBezTo>
                    <a:pt x="329" y="1"/>
                    <a:pt x="58" y="96"/>
                    <a:pt x="22" y="388"/>
                  </a:cubicBezTo>
                  <a:cubicBezTo>
                    <a:pt x="0" y="488"/>
                    <a:pt x="45" y="576"/>
                    <a:pt x="89" y="654"/>
                  </a:cubicBezTo>
                  <a:cubicBezTo>
                    <a:pt x="222" y="909"/>
                    <a:pt x="522" y="1054"/>
                    <a:pt x="810" y="1131"/>
                  </a:cubicBezTo>
                  <a:cubicBezTo>
                    <a:pt x="904" y="1148"/>
                    <a:pt x="998" y="1172"/>
                    <a:pt x="1091" y="1172"/>
                  </a:cubicBezTo>
                  <a:cubicBezTo>
                    <a:pt x="1120" y="1172"/>
                    <a:pt x="1148" y="1170"/>
                    <a:pt x="1177" y="1165"/>
                  </a:cubicBezTo>
                  <a:cubicBezTo>
                    <a:pt x="1188" y="1165"/>
                    <a:pt x="1200" y="1165"/>
                    <a:pt x="1212" y="1165"/>
                  </a:cubicBezTo>
                  <a:cubicBezTo>
                    <a:pt x="1799" y="1165"/>
                    <a:pt x="2361" y="635"/>
                    <a:pt x="1654" y="243"/>
                  </a:cubicBezTo>
                  <a:cubicBezTo>
                    <a:pt x="1478" y="140"/>
                    <a:pt x="1029" y="1"/>
                    <a:pt x="6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4849025" y="3040250"/>
              <a:ext cx="15775" cy="8325"/>
            </a:xfrm>
            <a:custGeom>
              <a:avLst/>
              <a:gdLst/>
              <a:ahLst/>
              <a:cxnLst/>
              <a:rect l="l" t="t" r="r" b="b"/>
              <a:pathLst>
                <a:path w="631" h="333" extrusionOk="0">
                  <a:moveTo>
                    <a:pt x="315" y="0"/>
                  </a:moveTo>
                  <a:cubicBezTo>
                    <a:pt x="250" y="0"/>
                    <a:pt x="190" y="7"/>
                    <a:pt x="156" y="14"/>
                  </a:cubicBezTo>
                  <a:cubicBezTo>
                    <a:pt x="90" y="47"/>
                    <a:pt x="23" y="70"/>
                    <a:pt x="12" y="136"/>
                  </a:cubicBezTo>
                  <a:cubicBezTo>
                    <a:pt x="1" y="192"/>
                    <a:pt x="56" y="269"/>
                    <a:pt x="112" y="292"/>
                  </a:cubicBezTo>
                  <a:cubicBezTo>
                    <a:pt x="158" y="317"/>
                    <a:pt x="233" y="333"/>
                    <a:pt x="311" y="333"/>
                  </a:cubicBezTo>
                  <a:cubicBezTo>
                    <a:pt x="438" y="333"/>
                    <a:pt x="573" y="291"/>
                    <a:pt x="600" y="181"/>
                  </a:cubicBezTo>
                  <a:cubicBezTo>
                    <a:pt x="631" y="35"/>
                    <a:pt x="460" y="0"/>
                    <a:pt x="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4787725" y="3052925"/>
              <a:ext cx="67125" cy="42875"/>
            </a:xfrm>
            <a:custGeom>
              <a:avLst/>
              <a:gdLst/>
              <a:ahLst/>
              <a:cxnLst/>
              <a:rect l="l" t="t" r="r" b="b"/>
              <a:pathLst>
                <a:path w="2685" h="1715" extrusionOk="0">
                  <a:moveTo>
                    <a:pt x="575" y="1"/>
                  </a:moveTo>
                  <a:cubicBezTo>
                    <a:pt x="340" y="1"/>
                    <a:pt x="143" y="87"/>
                    <a:pt x="45" y="317"/>
                  </a:cubicBezTo>
                  <a:cubicBezTo>
                    <a:pt x="0" y="406"/>
                    <a:pt x="11" y="539"/>
                    <a:pt x="33" y="650"/>
                  </a:cubicBezTo>
                  <a:cubicBezTo>
                    <a:pt x="133" y="1005"/>
                    <a:pt x="422" y="1283"/>
                    <a:pt x="755" y="1460"/>
                  </a:cubicBezTo>
                  <a:cubicBezTo>
                    <a:pt x="910" y="1549"/>
                    <a:pt x="1066" y="1616"/>
                    <a:pt x="1188" y="1660"/>
                  </a:cubicBezTo>
                  <a:cubicBezTo>
                    <a:pt x="1307" y="1697"/>
                    <a:pt x="1432" y="1715"/>
                    <a:pt x="1554" y="1715"/>
                  </a:cubicBezTo>
                  <a:cubicBezTo>
                    <a:pt x="2157" y="1715"/>
                    <a:pt x="2685" y="1284"/>
                    <a:pt x="2075" y="683"/>
                  </a:cubicBezTo>
                  <a:cubicBezTo>
                    <a:pt x="1852" y="452"/>
                    <a:pt x="1113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4796050" y="3058700"/>
              <a:ext cx="53700" cy="33975"/>
            </a:xfrm>
            <a:custGeom>
              <a:avLst/>
              <a:gdLst/>
              <a:ahLst/>
              <a:cxnLst/>
              <a:rect l="l" t="t" r="r" b="b"/>
              <a:pathLst>
                <a:path w="2148" h="1359" extrusionOk="0">
                  <a:moveTo>
                    <a:pt x="464" y="0"/>
                  </a:moveTo>
                  <a:cubicBezTo>
                    <a:pt x="274" y="0"/>
                    <a:pt x="115" y="69"/>
                    <a:pt x="33" y="253"/>
                  </a:cubicBezTo>
                  <a:cubicBezTo>
                    <a:pt x="0" y="330"/>
                    <a:pt x="0" y="430"/>
                    <a:pt x="22" y="508"/>
                  </a:cubicBezTo>
                  <a:cubicBezTo>
                    <a:pt x="89" y="808"/>
                    <a:pt x="333" y="1007"/>
                    <a:pt x="588" y="1163"/>
                  </a:cubicBezTo>
                  <a:cubicBezTo>
                    <a:pt x="699" y="1229"/>
                    <a:pt x="832" y="1285"/>
                    <a:pt x="955" y="1318"/>
                  </a:cubicBezTo>
                  <a:cubicBezTo>
                    <a:pt x="1048" y="1346"/>
                    <a:pt x="1145" y="1358"/>
                    <a:pt x="1240" y="1358"/>
                  </a:cubicBezTo>
                  <a:cubicBezTo>
                    <a:pt x="1723" y="1358"/>
                    <a:pt x="2147" y="1023"/>
                    <a:pt x="1665" y="541"/>
                  </a:cubicBezTo>
                  <a:cubicBezTo>
                    <a:pt x="1480" y="356"/>
                    <a:pt x="894" y="0"/>
                    <a:pt x="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4814350" y="3077775"/>
              <a:ext cx="17225" cy="9300"/>
            </a:xfrm>
            <a:custGeom>
              <a:avLst/>
              <a:gdLst/>
              <a:ahLst/>
              <a:cxnLst/>
              <a:rect l="l" t="t" r="r" b="b"/>
              <a:pathLst>
                <a:path w="689" h="372" extrusionOk="0">
                  <a:moveTo>
                    <a:pt x="189" y="0"/>
                  </a:moveTo>
                  <a:cubicBezTo>
                    <a:pt x="123" y="0"/>
                    <a:pt x="56" y="22"/>
                    <a:pt x="23" y="78"/>
                  </a:cubicBezTo>
                  <a:cubicBezTo>
                    <a:pt x="1" y="133"/>
                    <a:pt x="23" y="222"/>
                    <a:pt x="78" y="267"/>
                  </a:cubicBezTo>
                  <a:cubicBezTo>
                    <a:pt x="137" y="319"/>
                    <a:pt x="269" y="371"/>
                    <a:pt x="386" y="371"/>
                  </a:cubicBezTo>
                  <a:cubicBezTo>
                    <a:pt x="467" y="371"/>
                    <a:pt x="541" y="346"/>
                    <a:pt x="578" y="278"/>
                  </a:cubicBezTo>
                  <a:cubicBezTo>
                    <a:pt x="689" y="100"/>
                    <a:pt x="322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4951900" y="3006750"/>
              <a:ext cx="69450" cy="41025"/>
            </a:xfrm>
            <a:custGeom>
              <a:avLst/>
              <a:gdLst/>
              <a:ahLst/>
              <a:cxnLst/>
              <a:rect l="l" t="t" r="r" b="b"/>
              <a:pathLst>
                <a:path w="2778" h="1641" extrusionOk="0">
                  <a:moveTo>
                    <a:pt x="2155" y="1"/>
                  </a:moveTo>
                  <a:cubicBezTo>
                    <a:pt x="1626" y="1"/>
                    <a:pt x="917" y="378"/>
                    <a:pt x="680" y="577"/>
                  </a:cubicBezTo>
                  <a:cubicBezTo>
                    <a:pt x="1" y="1160"/>
                    <a:pt x="586" y="1640"/>
                    <a:pt x="1226" y="1640"/>
                  </a:cubicBezTo>
                  <a:cubicBezTo>
                    <a:pt x="1318" y="1640"/>
                    <a:pt x="1411" y="1630"/>
                    <a:pt x="1501" y="1609"/>
                  </a:cubicBezTo>
                  <a:cubicBezTo>
                    <a:pt x="1646" y="1576"/>
                    <a:pt x="1790" y="1521"/>
                    <a:pt x="1945" y="1454"/>
                  </a:cubicBezTo>
                  <a:cubicBezTo>
                    <a:pt x="2289" y="1288"/>
                    <a:pt x="2600" y="1032"/>
                    <a:pt x="2722" y="688"/>
                  </a:cubicBezTo>
                  <a:cubicBezTo>
                    <a:pt x="2767" y="577"/>
                    <a:pt x="2778" y="455"/>
                    <a:pt x="2733" y="355"/>
                  </a:cubicBezTo>
                  <a:cubicBezTo>
                    <a:pt x="2641" y="96"/>
                    <a:pt x="2420" y="1"/>
                    <a:pt x="2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4957850" y="3012575"/>
              <a:ext cx="55175" cy="32550"/>
            </a:xfrm>
            <a:custGeom>
              <a:avLst/>
              <a:gdLst/>
              <a:ahLst/>
              <a:cxnLst/>
              <a:rect l="l" t="t" r="r" b="b"/>
              <a:pathLst>
                <a:path w="2207" h="1302" extrusionOk="0">
                  <a:moveTo>
                    <a:pt x="1723" y="1"/>
                  </a:moveTo>
                  <a:cubicBezTo>
                    <a:pt x="1298" y="1"/>
                    <a:pt x="727" y="300"/>
                    <a:pt x="542" y="455"/>
                  </a:cubicBezTo>
                  <a:cubicBezTo>
                    <a:pt x="1" y="929"/>
                    <a:pt x="453" y="1302"/>
                    <a:pt x="968" y="1302"/>
                  </a:cubicBezTo>
                  <a:cubicBezTo>
                    <a:pt x="1044" y="1302"/>
                    <a:pt x="1121" y="1294"/>
                    <a:pt x="1197" y="1276"/>
                  </a:cubicBezTo>
                  <a:cubicBezTo>
                    <a:pt x="1308" y="1243"/>
                    <a:pt x="1430" y="1210"/>
                    <a:pt x="1552" y="1154"/>
                  </a:cubicBezTo>
                  <a:cubicBezTo>
                    <a:pt x="1829" y="1021"/>
                    <a:pt x="2085" y="821"/>
                    <a:pt x="2162" y="544"/>
                  </a:cubicBezTo>
                  <a:cubicBezTo>
                    <a:pt x="2196" y="455"/>
                    <a:pt x="2207" y="355"/>
                    <a:pt x="2185" y="278"/>
                  </a:cubicBezTo>
                  <a:cubicBezTo>
                    <a:pt x="2111" y="75"/>
                    <a:pt x="1935" y="1"/>
                    <a:pt x="17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4976525" y="3030850"/>
              <a:ext cx="17075" cy="8675"/>
            </a:xfrm>
            <a:custGeom>
              <a:avLst/>
              <a:gdLst/>
              <a:ahLst/>
              <a:cxnLst/>
              <a:rect l="l" t="t" r="r" b="b"/>
              <a:pathLst>
                <a:path w="683" h="347" extrusionOk="0">
                  <a:moveTo>
                    <a:pt x="463" y="1"/>
                  </a:moveTo>
                  <a:cubicBezTo>
                    <a:pt x="312" y="1"/>
                    <a:pt x="1" y="71"/>
                    <a:pt x="84" y="257"/>
                  </a:cubicBezTo>
                  <a:cubicBezTo>
                    <a:pt x="124" y="322"/>
                    <a:pt x="207" y="347"/>
                    <a:pt x="296" y="347"/>
                  </a:cubicBezTo>
                  <a:cubicBezTo>
                    <a:pt x="405" y="347"/>
                    <a:pt x="522" y="311"/>
                    <a:pt x="583" y="268"/>
                  </a:cubicBezTo>
                  <a:cubicBezTo>
                    <a:pt x="638" y="224"/>
                    <a:pt x="683" y="157"/>
                    <a:pt x="661" y="90"/>
                  </a:cubicBezTo>
                  <a:cubicBezTo>
                    <a:pt x="627" y="35"/>
                    <a:pt x="561" y="2"/>
                    <a:pt x="494" y="2"/>
                  </a:cubicBezTo>
                  <a:cubicBezTo>
                    <a:pt x="485" y="1"/>
                    <a:pt x="474" y="1"/>
                    <a:pt x="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4991925" y="3030800"/>
              <a:ext cx="63000" cy="45475"/>
            </a:xfrm>
            <a:custGeom>
              <a:avLst/>
              <a:gdLst/>
              <a:ahLst/>
              <a:cxnLst/>
              <a:rect l="l" t="t" r="r" b="b"/>
              <a:pathLst>
                <a:path w="2520" h="1819" extrusionOk="0">
                  <a:moveTo>
                    <a:pt x="2005" y="1"/>
                  </a:moveTo>
                  <a:cubicBezTo>
                    <a:pt x="1466" y="1"/>
                    <a:pt x="713" y="585"/>
                    <a:pt x="500" y="847"/>
                  </a:cubicBezTo>
                  <a:cubicBezTo>
                    <a:pt x="0" y="1465"/>
                    <a:pt x="437" y="1818"/>
                    <a:pt x="977" y="1818"/>
                  </a:cubicBezTo>
                  <a:cubicBezTo>
                    <a:pt x="1146" y="1818"/>
                    <a:pt x="1324" y="1784"/>
                    <a:pt x="1487" y="1713"/>
                  </a:cubicBezTo>
                  <a:cubicBezTo>
                    <a:pt x="1609" y="1657"/>
                    <a:pt x="1765" y="1568"/>
                    <a:pt x="1887" y="1480"/>
                  </a:cubicBezTo>
                  <a:cubicBezTo>
                    <a:pt x="2187" y="1258"/>
                    <a:pt x="2453" y="947"/>
                    <a:pt x="2508" y="592"/>
                  </a:cubicBezTo>
                  <a:cubicBezTo>
                    <a:pt x="2520" y="481"/>
                    <a:pt x="2520" y="348"/>
                    <a:pt x="2464" y="259"/>
                  </a:cubicBezTo>
                  <a:cubicBezTo>
                    <a:pt x="2360" y="74"/>
                    <a:pt x="2196" y="1"/>
                    <a:pt x="2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4996825" y="3036800"/>
              <a:ext cx="50875" cy="36350"/>
            </a:xfrm>
            <a:custGeom>
              <a:avLst/>
              <a:gdLst/>
              <a:ahLst/>
              <a:cxnLst/>
              <a:rect l="l" t="t" r="r" b="b"/>
              <a:pathLst>
                <a:path w="2035" h="1454" extrusionOk="0">
                  <a:moveTo>
                    <a:pt x="1609" y="1"/>
                  </a:moveTo>
                  <a:cubicBezTo>
                    <a:pt x="1176" y="1"/>
                    <a:pt x="573" y="464"/>
                    <a:pt x="392" y="685"/>
                  </a:cubicBezTo>
                  <a:cubicBezTo>
                    <a:pt x="1" y="1170"/>
                    <a:pt x="361" y="1453"/>
                    <a:pt x="795" y="1453"/>
                  </a:cubicBezTo>
                  <a:cubicBezTo>
                    <a:pt x="927" y="1453"/>
                    <a:pt x="1065" y="1427"/>
                    <a:pt x="1192" y="1373"/>
                  </a:cubicBezTo>
                  <a:cubicBezTo>
                    <a:pt x="1302" y="1317"/>
                    <a:pt x="1425" y="1262"/>
                    <a:pt x="1524" y="1184"/>
                  </a:cubicBezTo>
                  <a:cubicBezTo>
                    <a:pt x="1769" y="996"/>
                    <a:pt x="1979" y="763"/>
                    <a:pt x="2024" y="474"/>
                  </a:cubicBezTo>
                  <a:cubicBezTo>
                    <a:pt x="2035" y="374"/>
                    <a:pt x="2035" y="296"/>
                    <a:pt x="1979" y="208"/>
                  </a:cubicBezTo>
                  <a:cubicBezTo>
                    <a:pt x="1895" y="59"/>
                    <a:pt x="1763" y="1"/>
                    <a:pt x="1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5013275" y="3057425"/>
              <a:ext cx="17500" cy="9875"/>
            </a:xfrm>
            <a:custGeom>
              <a:avLst/>
              <a:gdLst/>
              <a:ahLst/>
              <a:cxnLst/>
              <a:rect l="l" t="t" r="r" b="b"/>
              <a:pathLst>
                <a:path w="700" h="395" extrusionOk="0">
                  <a:moveTo>
                    <a:pt x="535" y="0"/>
                  </a:moveTo>
                  <a:cubicBezTo>
                    <a:pt x="520" y="0"/>
                    <a:pt x="504" y="2"/>
                    <a:pt x="489" y="4"/>
                  </a:cubicBezTo>
                  <a:cubicBezTo>
                    <a:pt x="367" y="26"/>
                    <a:pt x="1" y="159"/>
                    <a:pt x="134" y="326"/>
                  </a:cubicBezTo>
                  <a:cubicBezTo>
                    <a:pt x="176" y="375"/>
                    <a:pt x="236" y="395"/>
                    <a:pt x="302" y="395"/>
                  </a:cubicBezTo>
                  <a:cubicBezTo>
                    <a:pt x="429" y="395"/>
                    <a:pt x="575" y="321"/>
                    <a:pt x="633" y="248"/>
                  </a:cubicBezTo>
                  <a:cubicBezTo>
                    <a:pt x="667" y="193"/>
                    <a:pt x="700" y="115"/>
                    <a:pt x="667" y="60"/>
                  </a:cubicBezTo>
                  <a:cubicBezTo>
                    <a:pt x="641" y="17"/>
                    <a:pt x="588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4932775" y="2964950"/>
              <a:ext cx="65825" cy="50250"/>
            </a:xfrm>
            <a:custGeom>
              <a:avLst/>
              <a:gdLst/>
              <a:ahLst/>
              <a:cxnLst/>
              <a:rect l="l" t="t" r="r" b="b"/>
              <a:pathLst>
                <a:path w="2633" h="2010" extrusionOk="0">
                  <a:moveTo>
                    <a:pt x="1601" y="1"/>
                  </a:moveTo>
                  <a:cubicBezTo>
                    <a:pt x="1281" y="1"/>
                    <a:pt x="960" y="167"/>
                    <a:pt x="702" y="396"/>
                  </a:cubicBezTo>
                  <a:cubicBezTo>
                    <a:pt x="580" y="507"/>
                    <a:pt x="469" y="629"/>
                    <a:pt x="380" y="740"/>
                  </a:cubicBezTo>
                  <a:cubicBezTo>
                    <a:pt x="1" y="1221"/>
                    <a:pt x="22" y="2009"/>
                    <a:pt x="579" y="2009"/>
                  </a:cubicBezTo>
                  <a:cubicBezTo>
                    <a:pt x="690" y="2009"/>
                    <a:pt x="823" y="1978"/>
                    <a:pt x="979" y="1905"/>
                  </a:cubicBezTo>
                  <a:cubicBezTo>
                    <a:pt x="1412" y="1705"/>
                    <a:pt x="2633" y="696"/>
                    <a:pt x="2033" y="130"/>
                  </a:cubicBezTo>
                  <a:cubicBezTo>
                    <a:pt x="1945" y="41"/>
                    <a:pt x="1822" y="19"/>
                    <a:pt x="1711" y="7"/>
                  </a:cubicBezTo>
                  <a:cubicBezTo>
                    <a:pt x="1675" y="3"/>
                    <a:pt x="1638" y="1"/>
                    <a:pt x="1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4936800" y="2971375"/>
              <a:ext cx="52100" cy="40225"/>
            </a:xfrm>
            <a:custGeom>
              <a:avLst/>
              <a:gdLst/>
              <a:ahLst/>
              <a:cxnLst/>
              <a:rect l="l" t="t" r="r" b="b"/>
              <a:pathLst>
                <a:path w="2084" h="1609" extrusionOk="0">
                  <a:moveTo>
                    <a:pt x="1275" y="1"/>
                  </a:moveTo>
                  <a:cubicBezTo>
                    <a:pt x="1007" y="1"/>
                    <a:pt x="752" y="136"/>
                    <a:pt x="552" y="316"/>
                  </a:cubicBezTo>
                  <a:cubicBezTo>
                    <a:pt x="452" y="394"/>
                    <a:pt x="363" y="494"/>
                    <a:pt x="296" y="594"/>
                  </a:cubicBezTo>
                  <a:cubicBezTo>
                    <a:pt x="1" y="982"/>
                    <a:pt x="5" y="1609"/>
                    <a:pt x="451" y="1609"/>
                  </a:cubicBezTo>
                  <a:cubicBezTo>
                    <a:pt x="540" y="1609"/>
                    <a:pt x="647" y="1584"/>
                    <a:pt x="774" y="1526"/>
                  </a:cubicBezTo>
                  <a:cubicBezTo>
                    <a:pt x="1107" y="1371"/>
                    <a:pt x="2083" y="550"/>
                    <a:pt x="1606" y="106"/>
                  </a:cubicBezTo>
                  <a:cubicBezTo>
                    <a:pt x="1539" y="50"/>
                    <a:pt x="1451" y="28"/>
                    <a:pt x="1362" y="6"/>
                  </a:cubicBezTo>
                  <a:cubicBezTo>
                    <a:pt x="1333" y="3"/>
                    <a:pt x="1304" y="1"/>
                    <a:pt x="1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4944475" y="2984925"/>
              <a:ext cx="13350" cy="13300"/>
            </a:xfrm>
            <a:custGeom>
              <a:avLst/>
              <a:gdLst/>
              <a:ahLst/>
              <a:cxnLst/>
              <a:rect l="l" t="t" r="r" b="b"/>
              <a:pathLst>
                <a:path w="534" h="532" extrusionOk="0">
                  <a:moveTo>
                    <a:pt x="392" y="0"/>
                  </a:moveTo>
                  <a:cubicBezTo>
                    <a:pt x="359" y="0"/>
                    <a:pt x="326" y="8"/>
                    <a:pt x="300" y="19"/>
                  </a:cubicBezTo>
                  <a:cubicBezTo>
                    <a:pt x="178" y="96"/>
                    <a:pt x="1" y="340"/>
                    <a:pt x="123" y="485"/>
                  </a:cubicBezTo>
                  <a:cubicBezTo>
                    <a:pt x="147" y="518"/>
                    <a:pt x="175" y="532"/>
                    <a:pt x="205" y="532"/>
                  </a:cubicBezTo>
                  <a:cubicBezTo>
                    <a:pt x="326" y="532"/>
                    <a:pt x="475" y="307"/>
                    <a:pt x="511" y="218"/>
                  </a:cubicBezTo>
                  <a:cubicBezTo>
                    <a:pt x="533" y="163"/>
                    <a:pt x="533" y="74"/>
                    <a:pt x="500" y="41"/>
                  </a:cubicBezTo>
                  <a:cubicBezTo>
                    <a:pt x="470" y="11"/>
                    <a:pt x="431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4915950" y="2920275"/>
              <a:ext cx="72375" cy="43125"/>
            </a:xfrm>
            <a:custGeom>
              <a:avLst/>
              <a:gdLst/>
              <a:ahLst/>
              <a:cxnLst/>
              <a:rect l="l" t="t" r="r" b="b"/>
              <a:pathLst>
                <a:path w="2895" h="1725" extrusionOk="0">
                  <a:moveTo>
                    <a:pt x="1835" y="1"/>
                  </a:moveTo>
                  <a:cubicBezTo>
                    <a:pt x="1601" y="1"/>
                    <a:pt x="1362" y="71"/>
                    <a:pt x="1142" y="163"/>
                  </a:cubicBezTo>
                  <a:cubicBezTo>
                    <a:pt x="997" y="241"/>
                    <a:pt x="842" y="318"/>
                    <a:pt x="720" y="418"/>
                  </a:cubicBezTo>
                  <a:cubicBezTo>
                    <a:pt x="165" y="829"/>
                    <a:pt x="0" y="1724"/>
                    <a:pt x="778" y="1724"/>
                  </a:cubicBezTo>
                  <a:cubicBezTo>
                    <a:pt x="841" y="1724"/>
                    <a:pt x="910" y="1718"/>
                    <a:pt x="986" y="1706"/>
                  </a:cubicBezTo>
                  <a:cubicBezTo>
                    <a:pt x="1441" y="1628"/>
                    <a:pt x="2895" y="984"/>
                    <a:pt x="2484" y="274"/>
                  </a:cubicBezTo>
                  <a:cubicBezTo>
                    <a:pt x="2429" y="185"/>
                    <a:pt x="2329" y="108"/>
                    <a:pt x="2218" y="74"/>
                  </a:cubicBezTo>
                  <a:cubicBezTo>
                    <a:pt x="2095" y="23"/>
                    <a:pt x="1966" y="1"/>
                    <a:pt x="18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4920900" y="2925425"/>
              <a:ext cx="57725" cy="34275"/>
            </a:xfrm>
            <a:custGeom>
              <a:avLst/>
              <a:gdLst/>
              <a:ahLst/>
              <a:cxnLst/>
              <a:rect l="l" t="t" r="r" b="b"/>
              <a:pathLst>
                <a:path w="2309" h="1371" extrusionOk="0">
                  <a:moveTo>
                    <a:pt x="1474" y="1"/>
                  </a:moveTo>
                  <a:cubicBezTo>
                    <a:pt x="1284" y="1"/>
                    <a:pt x="1090" y="59"/>
                    <a:pt x="910" y="146"/>
                  </a:cubicBezTo>
                  <a:cubicBezTo>
                    <a:pt x="788" y="201"/>
                    <a:pt x="677" y="257"/>
                    <a:pt x="577" y="334"/>
                  </a:cubicBezTo>
                  <a:cubicBezTo>
                    <a:pt x="146" y="663"/>
                    <a:pt x="0" y="1370"/>
                    <a:pt x="620" y="1370"/>
                  </a:cubicBezTo>
                  <a:cubicBezTo>
                    <a:pt x="671" y="1370"/>
                    <a:pt x="727" y="1366"/>
                    <a:pt x="788" y="1355"/>
                  </a:cubicBezTo>
                  <a:cubicBezTo>
                    <a:pt x="1165" y="1311"/>
                    <a:pt x="2309" y="778"/>
                    <a:pt x="1976" y="223"/>
                  </a:cubicBezTo>
                  <a:cubicBezTo>
                    <a:pt x="1942" y="146"/>
                    <a:pt x="1854" y="90"/>
                    <a:pt x="1776" y="57"/>
                  </a:cubicBezTo>
                  <a:cubicBezTo>
                    <a:pt x="1678" y="18"/>
                    <a:pt x="1577" y="1"/>
                    <a:pt x="1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4933650" y="2935075"/>
              <a:ext cx="14450" cy="11675"/>
            </a:xfrm>
            <a:custGeom>
              <a:avLst/>
              <a:gdLst/>
              <a:ahLst/>
              <a:cxnLst/>
              <a:rect l="l" t="t" r="r" b="b"/>
              <a:pathLst>
                <a:path w="578" h="467" extrusionOk="0">
                  <a:moveTo>
                    <a:pt x="424" y="0"/>
                  </a:moveTo>
                  <a:cubicBezTo>
                    <a:pt x="409" y="0"/>
                    <a:pt x="393" y="1"/>
                    <a:pt x="378" y="4"/>
                  </a:cubicBezTo>
                  <a:cubicBezTo>
                    <a:pt x="234" y="37"/>
                    <a:pt x="1" y="226"/>
                    <a:pt x="56" y="392"/>
                  </a:cubicBezTo>
                  <a:cubicBezTo>
                    <a:pt x="77" y="446"/>
                    <a:pt x="114" y="467"/>
                    <a:pt x="159" y="467"/>
                  </a:cubicBezTo>
                  <a:cubicBezTo>
                    <a:pt x="283" y="467"/>
                    <a:pt x="462" y="310"/>
                    <a:pt x="511" y="237"/>
                  </a:cubicBezTo>
                  <a:cubicBezTo>
                    <a:pt x="556" y="181"/>
                    <a:pt x="578" y="115"/>
                    <a:pt x="556" y="59"/>
                  </a:cubicBezTo>
                  <a:cubicBezTo>
                    <a:pt x="530" y="16"/>
                    <a:pt x="477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4921175" y="3179475"/>
              <a:ext cx="28050" cy="18650"/>
            </a:xfrm>
            <a:custGeom>
              <a:avLst/>
              <a:gdLst/>
              <a:ahLst/>
              <a:cxnLst/>
              <a:rect l="l" t="t" r="r" b="b"/>
              <a:pathLst>
                <a:path w="1122" h="746" extrusionOk="0">
                  <a:moveTo>
                    <a:pt x="778" y="0"/>
                  </a:moveTo>
                  <a:cubicBezTo>
                    <a:pt x="584" y="0"/>
                    <a:pt x="357" y="85"/>
                    <a:pt x="233" y="161"/>
                  </a:cubicBezTo>
                  <a:cubicBezTo>
                    <a:pt x="78" y="260"/>
                    <a:pt x="0" y="482"/>
                    <a:pt x="122" y="627"/>
                  </a:cubicBezTo>
                  <a:cubicBezTo>
                    <a:pt x="189" y="711"/>
                    <a:pt x="295" y="746"/>
                    <a:pt x="413" y="746"/>
                  </a:cubicBezTo>
                  <a:cubicBezTo>
                    <a:pt x="685" y="746"/>
                    <a:pt x="1022" y="558"/>
                    <a:pt x="1099" y="349"/>
                  </a:cubicBezTo>
                  <a:cubicBezTo>
                    <a:pt x="1121" y="272"/>
                    <a:pt x="1121" y="183"/>
                    <a:pt x="1066" y="116"/>
                  </a:cubicBezTo>
                  <a:cubicBezTo>
                    <a:pt x="1003" y="32"/>
                    <a:pt x="896" y="0"/>
                    <a:pt x="7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4887875" y="3058175"/>
              <a:ext cx="12500" cy="15125"/>
            </a:xfrm>
            <a:custGeom>
              <a:avLst/>
              <a:gdLst/>
              <a:ahLst/>
              <a:cxnLst/>
              <a:rect l="l" t="t" r="r" b="b"/>
              <a:pathLst>
                <a:path w="500" h="605" extrusionOk="0">
                  <a:moveTo>
                    <a:pt x="198" y="0"/>
                  </a:moveTo>
                  <a:cubicBezTo>
                    <a:pt x="178" y="0"/>
                    <a:pt x="157" y="3"/>
                    <a:pt x="134" y="7"/>
                  </a:cubicBezTo>
                  <a:cubicBezTo>
                    <a:pt x="1" y="74"/>
                    <a:pt x="23" y="363"/>
                    <a:pt x="67" y="473"/>
                  </a:cubicBezTo>
                  <a:cubicBezTo>
                    <a:pt x="100" y="548"/>
                    <a:pt x="171" y="605"/>
                    <a:pt x="251" y="605"/>
                  </a:cubicBezTo>
                  <a:cubicBezTo>
                    <a:pt x="278" y="605"/>
                    <a:pt x="306" y="598"/>
                    <a:pt x="333" y="584"/>
                  </a:cubicBezTo>
                  <a:cubicBezTo>
                    <a:pt x="500" y="496"/>
                    <a:pt x="433" y="118"/>
                    <a:pt x="278" y="18"/>
                  </a:cubicBezTo>
                  <a:cubicBezTo>
                    <a:pt x="252" y="5"/>
                    <a:pt x="22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5014125" y="2964100"/>
              <a:ext cx="12775" cy="15275"/>
            </a:xfrm>
            <a:custGeom>
              <a:avLst/>
              <a:gdLst/>
              <a:ahLst/>
              <a:cxnLst/>
              <a:rect l="l" t="t" r="r" b="b"/>
              <a:pathLst>
                <a:path w="511" h="611" extrusionOk="0">
                  <a:moveTo>
                    <a:pt x="197" y="1"/>
                  </a:moveTo>
                  <a:cubicBezTo>
                    <a:pt x="177" y="1"/>
                    <a:pt x="156" y="4"/>
                    <a:pt x="133" y="8"/>
                  </a:cubicBezTo>
                  <a:cubicBezTo>
                    <a:pt x="0" y="75"/>
                    <a:pt x="22" y="374"/>
                    <a:pt x="67" y="485"/>
                  </a:cubicBezTo>
                  <a:cubicBezTo>
                    <a:pt x="101" y="555"/>
                    <a:pt x="177" y="611"/>
                    <a:pt x="261" y="611"/>
                  </a:cubicBezTo>
                  <a:cubicBezTo>
                    <a:pt x="284" y="611"/>
                    <a:pt x="309" y="606"/>
                    <a:pt x="333" y="596"/>
                  </a:cubicBezTo>
                  <a:cubicBezTo>
                    <a:pt x="511" y="497"/>
                    <a:pt x="433" y="108"/>
                    <a:pt x="278" y="19"/>
                  </a:cubicBezTo>
                  <a:cubicBezTo>
                    <a:pt x="252" y="6"/>
                    <a:pt x="226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5034100" y="2977675"/>
              <a:ext cx="16100" cy="10600"/>
            </a:xfrm>
            <a:custGeom>
              <a:avLst/>
              <a:gdLst/>
              <a:ahLst/>
              <a:cxnLst/>
              <a:rect l="l" t="t" r="r" b="b"/>
              <a:pathLst>
                <a:path w="644" h="424" extrusionOk="0">
                  <a:moveTo>
                    <a:pt x="446" y="0"/>
                  </a:moveTo>
                  <a:cubicBezTo>
                    <a:pt x="335" y="0"/>
                    <a:pt x="206" y="46"/>
                    <a:pt x="144" y="87"/>
                  </a:cubicBezTo>
                  <a:cubicBezTo>
                    <a:pt x="45" y="142"/>
                    <a:pt x="0" y="275"/>
                    <a:pt x="89" y="364"/>
                  </a:cubicBezTo>
                  <a:cubicBezTo>
                    <a:pt x="124" y="406"/>
                    <a:pt x="180" y="423"/>
                    <a:pt x="242" y="423"/>
                  </a:cubicBezTo>
                  <a:cubicBezTo>
                    <a:pt x="396" y="423"/>
                    <a:pt x="593" y="316"/>
                    <a:pt x="633" y="198"/>
                  </a:cubicBezTo>
                  <a:cubicBezTo>
                    <a:pt x="644" y="164"/>
                    <a:pt x="644" y="109"/>
                    <a:pt x="611" y="64"/>
                  </a:cubicBezTo>
                  <a:cubicBezTo>
                    <a:pt x="577" y="18"/>
                    <a:pt x="515" y="0"/>
                    <a:pt x="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4793825" y="2997125"/>
              <a:ext cx="12775" cy="15150"/>
            </a:xfrm>
            <a:custGeom>
              <a:avLst/>
              <a:gdLst/>
              <a:ahLst/>
              <a:cxnLst/>
              <a:rect l="l" t="t" r="r" b="b"/>
              <a:pathLst>
                <a:path w="511" h="606" extrusionOk="0">
                  <a:moveTo>
                    <a:pt x="205" y="1"/>
                  </a:moveTo>
                  <a:cubicBezTo>
                    <a:pt x="187" y="1"/>
                    <a:pt x="168" y="3"/>
                    <a:pt x="145" y="8"/>
                  </a:cubicBezTo>
                  <a:cubicBezTo>
                    <a:pt x="0" y="74"/>
                    <a:pt x="34" y="363"/>
                    <a:pt x="67" y="474"/>
                  </a:cubicBezTo>
                  <a:cubicBezTo>
                    <a:pt x="100" y="549"/>
                    <a:pt x="171" y="605"/>
                    <a:pt x="251" y="605"/>
                  </a:cubicBezTo>
                  <a:cubicBezTo>
                    <a:pt x="278" y="605"/>
                    <a:pt x="306" y="599"/>
                    <a:pt x="333" y="585"/>
                  </a:cubicBezTo>
                  <a:cubicBezTo>
                    <a:pt x="511" y="496"/>
                    <a:pt x="433" y="108"/>
                    <a:pt x="278" y="19"/>
                  </a:cubicBezTo>
                  <a:cubicBezTo>
                    <a:pt x="252" y="6"/>
                    <a:pt x="230" y="1"/>
                    <a:pt x="205" y="1"/>
                  </a:cubicBezTo>
                  <a:close/>
                </a:path>
              </a:pathLst>
            </a:custGeom>
            <a:solidFill>
              <a:srgbClr val="C7D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4915625" y="3050300"/>
              <a:ext cx="30550" cy="19525"/>
            </a:xfrm>
            <a:custGeom>
              <a:avLst/>
              <a:gdLst/>
              <a:ahLst/>
              <a:cxnLst/>
              <a:rect l="l" t="t" r="r" b="b"/>
              <a:pathLst>
                <a:path w="1222" h="781" extrusionOk="0">
                  <a:moveTo>
                    <a:pt x="791" y="0"/>
                  </a:moveTo>
                  <a:cubicBezTo>
                    <a:pt x="601" y="0"/>
                    <a:pt x="394" y="62"/>
                    <a:pt x="278" y="123"/>
                  </a:cubicBezTo>
                  <a:cubicBezTo>
                    <a:pt x="100" y="223"/>
                    <a:pt x="0" y="444"/>
                    <a:pt x="122" y="622"/>
                  </a:cubicBezTo>
                  <a:cubicBezTo>
                    <a:pt x="203" y="734"/>
                    <a:pt x="341" y="780"/>
                    <a:pt x="491" y="780"/>
                  </a:cubicBezTo>
                  <a:cubicBezTo>
                    <a:pt x="772" y="780"/>
                    <a:pt x="1097" y="618"/>
                    <a:pt x="1177" y="422"/>
                  </a:cubicBezTo>
                  <a:cubicBezTo>
                    <a:pt x="1221" y="333"/>
                    <a:pt x="1221" y="256"/>
                    <a:pt x="1166" y="156"/>
                  </a:cubicBezTo>
                  <a:cubicBezTo>
                    <a:pt x="1091" y="41"/>
                    <a:pt x="94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4779950" y="2906125"/>
              <a:ext cx="166500" cy="119750"/>
            </a:xfrm>
            <a:custGeom>
              <a:avLst/>
              <a:gdLst/>
              <a:ahLst/>
              <a:cxnLst/>
              <a:rect l="l" t="t" r="r" b="b"/>
              <a:pathLst>
                <a:path w="6660" h="4790" extrusionOk="0">
                  <a:moveTo>
                    <a:pt x="5697" y="1"/>
                  </a:moveTo>
                  <a:cubicBezTo>
                    <a:pt x="5202" y="1"/>
                    <a:pt x="4651" y="213"/>
                    <a:pt x="4262" y="341"/>
                  </a:cubicBezTo>
                  <a:cubicBezTo>
                    <a:pt x="3363" y="651"/>
                    <a:pt x="2486" y="1118"/>
                    <a:pt x="1732" y="1728"/>
                  </a:cubicBezTo>
                  <a:cubicBezTo>
                    <a:pt x="1088" y="2272"/>
                    <a:pt x="533" y="2938"/>
                    <a:pt x="178" y="3714"/>
                  </a:cubicBezTo>
                  <a:cubicBezTo>
                    <a:pt x="145" y="3803"/>
                    <a:pt x="111" y="3881"/>
                    <a:pt x="89" y="3970"/>
                  </a:cubicBezTo>
                  <a:cubicBezTo>
                    <a:pt x="34" y="4114"/>
                    <a:pt x="0" y="4269"/>
                    <a:pt x="12" y="4436"/>
                  </a:cubicBezTo>
                  <a:cubicBezTo>
                    <a:pt x="42" y="4672"/>
                    <a:pt x="185" y="4789"/>
                    <a:pt x="340" y="4789"/>
                  </a:cubicBezTo>
                  <a:cubicBezTo>
                    <a:pt x="470" y="4789"/>
                    <a:pt x="609" y="4708"/>
                    <a:pt x="700" y="4547"/>
                  </a:cubicBezTo>
                  <a:cubicBezTo>
                    <a:pt x="944" y="4081"/>
                    <a:pt x="1199" y="3615"/>
                    <a:pt x="1599" y="3259"/>
                  </a:cubicBezTo>
                  <a:cubicBezTo>
                    <a:pt x="1987" y="2893"/>
                    <a:pt x="2442" y="2605"/>
                    <a:pt x="2919" y="2372"/>
                  </a:cubicBezTo>
                  <a:cubicBezTo>
                    <a:pt x="2941" y="2372"/>
                    <a:pt x="2975" y="2360"/>
                    <a:pt x="2997" y="2338"/>
                  </a:cubicBezTo>
                  <a:cubicBezTo>
                    <a:pt x="3774" y="1983"/>
                    <a:pt x="4606" y="1761"/>
                    <a:pt x="5416" y="1473"/>
                  </a:cubicBezTo>
                  <a:cubicBezTo>
                    <a:pt x="5727" y="1362"/>
                    <a:pt x="6038" y="1206"/>
                    <a:pt x="6282" y="973"/>
                  </a:cubicBezTo>
                  <a:cubicBezTo>
                    <a:pt x="6448" y="818"/>
                    <a:pt x="6659" y="452"/>
                    <a:pt x="6448" y="263"/>
                  </a:cubicBezTo>
                  <a:cubicBezTo>
                    <a:pt x="6243" y="70"/>
                    <a:pt x="5979" y="1"/>
                    <a:pt x="5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42"/>
          <p:cNvGrpSpPr/>
          <p:nvPr/>
        </p:nvGrpSpPr>
        <p:grpSpPr>
          <a:xfrm>
            <a:off x="1198685" y="4300380"/>
            <a:ext cx="2293973" cy="1363632"/>
            <a:chOff x="5427525" y="2698500"/>
            <a:chExt cx="1037950" cy="617000"/>
          </a:xfrm>
        </p:grpSpPr>
        <p:sp>
          <p:nvSpPr>
            <p:cNvPr id="292" name="Google Shape;292;p42"/>
            <p:cNvSpPr/>
            <p:nvPr/>
          </p:nvSpPr>
          <p:spPr>
            <a:xfrm>
              <a:off x="5427525" y="2698500"/>
              <a:ext cx="1037950" cy="617000"/>
            </a:xfrm>
            <a:custGeom>
              <a:avLst/>
              <a:gdLst/>
              <a:ahLst/>
              <a:cxnLst/>
              <a:rect l="l" t="t" r="r" b="b"/>
              <a:pathLst>
                <a:path w="41518" h="24680" extrusionOk="0">
                  <a:moveTo>
                    <a:pt x="1964" y="0"/>
                  </a:moveTo>
                  <a:cubicBezTo>
                    <a:pt x="0" y="6415"/>
                    <a:pt x="3119" y="13229"/>
                    <a:pt x="8068" y="17968"/>
                  </a:cubicBezTo>
                  <a:cubicBezTo>
                    <a:pt x="12175" y="21905"/>
                    <a:pt x="17890" y="24680"/>
                    <a:pt x="23626" y="24680"/>
                  </a:cubicBezTo>
                  <a:cubicBezTo>
                    <a:pt x="25409" y="24680"/>
                    <a:pt x="27193" y="24412"/>
                    <a:pt x="28932" y="23828"/>
                  </a:cubicBezTo>
                  <a:cubicBezTo>
                    <a:pt x="34248" y="22019"/>
                    <a:pt x="38865" y="17513"/>
                    <a:pt x="41517" y="13695"/>
                  </a:cubicBezTo>
                  <a:cubicBezTo>
                    <a:pt x="33782" y="11398"/>
                    <a:pt x="4018" y="711"/>
                    <a:pt x="1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5473300" y="2712925"/>
              <a:ext cx="941125" cy="557775"/>
            </a:xfrm>
            <a:custGeom>
              <a:avLst/>
              <a:gdLst/>
              <a:ahLst/>
              <a:cxnLst/>
              <a:rect l="l" t="t" r="r" b="b"/>
              <a:pathLst>
                <a:path w="37645" h="22311" extrusionOk="0">
                  <a:moveTo>
                    <a:pt x="1743" y="0"/>
                  </a:moveTo>
                  <a:lnTo>
                    <a:pt x="1743" y="0"/>
                  </a:lnTo>
                  <a:cubicBezTo>
                    <a:pt x="0" y="5794"/>
                    <a:pt x="2841" y="11953"/>
                    <a:pt x="7314" y="16226"/>
                  </a:cubicBezTo>
                  <a:cubicBezTo>
                    <a:pt x="11031" y="19791"/>
                    <a:pt x="16210" y="22310"/>
                    <a:pt x="21414" y="22310"/>
                  </a:cubicBezTo>
                  <a:cubicBezTo>
                    <a:pt x="23014" y="22310"/>
                    <a:pt x="24617" y="22072"/>
                    <a:pt x="26180" y="21553"/>
                  </a:cubicBezTo>
                  <a:cubicBezTo>
                    <a:pt x="31008" y="19943"/>
                    <a:pt x="35225" y="15882"/>
                    <a:pt x="37644" y="12430"/>
                  </a:cubicBezTo>
                  <a:cubicBezTo>
                    <a:pt x="30597" y="10333"/>
                    <a:pt x="3618" y="633"/>
                    <a:pt x="17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2"/>
            <p:cNvSpPr/>
            <p:nvPr/>
          </p:nvSpPr>
          <p:spPr>
            <a:xfrm>
              <a:off x="5522400" y="2728450"/>
              <a:ext cx="864825" cy="511450"/>
            </a:xfrm>
            <a:custGeom>
              <a:avLst/>
              <a:gdLst/>
              <a:ahLst/>
              <a:cxnLst/>
              <a:rect l="l" t="t" r="r" b="b"/>
              <a:pathLst>
                <a:path w="34593" h="20458" extrusionOk="0">
                  <a:moveTo>
                    <a:pt x="1576" y="1"/>
                  </a:moveTo>
                  <a:cubicBezTo>
                    <a:pt x="1" y="5328"/>
                    <a:pt x="2631" y="10977"/>
                    <a:pt x="6715" y="14883"/>
                  </a:cubicBezTo>
                  <a:cubicBezTo>
                    <a:pt x="10143" y="18150"/>
                    <a:pt x="14895" y="20458"/>
                    <a:pt x="19671" y="20458"/>
                  </a:cubicBezTo>
                  <a:cubicBezTo>
                    <a:pt x="21126" y="20458"/>
                    <a:pt x="22583" y="20244"/>
                    <a:pt x="24005" y="19777"/>
                  </a:cubicBezTo>
                  <a:cubicBezTo>
                    <a:pt x="28445" y="18313"/>
                    <a:pt x="32340" y="14595"/>
                    <a:pt x="34593" y="11421"/>
                  </a:cubicBezTo>
                  <a:cubicBezTo>
                    <a:pt x="28101" y="9490"/>
                    <a:pt x="3297" y="589"/>
                    <a:pt x="15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5796800" y="3009625"/>
              <a:ext cx="20825" cy="30750"/>
            </a:xfrm>
            <a:custGeom>
              <a:avLst/>
              <a:gdLst/>
              <a:ahLst/>
              <a:cxnLst/>
              <a:rect l="l" t="t" r="r" b="b"/>
              <a:pathLst>
                <a:path w="833" h="1230" extrusionOk="0">
                  <a:moveTo>
                    <a:pt x="631" y="0"/>
                  </a:moveTo>
                  <a:cubicBezTo>
                    <a:pt x="617" y="0"/>
                    <a:pt x="603" y="2"/>
                    <a:pt x="589" y="7"/>
                  </a:cubicBezTo>
                  <a:cubicBezTo>
                    <a:pt x="533" y="18"/>
                    <a:pt x="455" y="52"/>
                    <a:pt x="422" y="85"/>
                  </a:cubicBezTo>
                  <a:cubicBezTo>
                    <a:pt x="378" y="129"/>
                    <a:pt x="344" y="174"/>
                    <a:pt x="322" y="207"/>
                  </a:cubicBezTo>
                  <a:cubicBezTo>
                    <a:pt x="333" y="196"/>
                    <a:pt x="344" y="174"/>
                    <a:pt x="367" y="163"/>
                  </a:cubicBezTo>
                  <a:lnTo>
                    <a:pt x="367" y="163"/>
                  </a:lnTo>
                  <a:cubicBezTo>
                    <a:pt x="322" y="207"/>
                    <a:pt x="289" y="251"/>
                    <a:pt x="267" y="307"/>
                  </a:cubicBezTo>
                  <a:cubicBezTo>
                    <a:pt x="256" y="351"/>
                    <a:pt x="222" y="385"/>
                    <a:pt x="211" y="418"/>
                  </a:cubicBezTo>
                  <a:cubicBezTo>
                    <a:pt x="167" y="496"/>
                    <a:pt x="134" y="562"/>
                    <a:pt x="100" y="640"/>
                  </a:cubicBezTo>
                  <a:cubicBezTo>
                    <a:pt x="89" y="662"/>
                    <a:pt x="67" y="684"/>
                    <a:pt x="67" y="695"/>
                  </a:cubicBezTo>
                  <a:cubicBezTo>
                    <a:pt x="23" y="773"/>
                    <a:pt x="23" y="806"/>
                    <a:pt x="12" y="884"/>
                  </a:cubicBezTo>
                  <a:cubicBezTo>
                    <a:pt x="12" y="917"/>
                    <a:pt x="0" y="951"/>
                    <a:pt x="0" y="995"/>
                  </a:cubicBezTo>
                  <a:cubicBezTo>
                    <a:pt x="0" y="1106"/>
                    <a:pt x="67" y="1195"/>
                    <a:pt x="189" y="1228"/>
                  </a:cubicBezTo>
                  <a:cubicBezTo>
                    <a:pt x="200" y="1229"/>
                    <a:pt x="210" y="1230"/>
                    <a:pt x="220" y="1230"/>
                  </a:cubicBezTo>
                  <a:cubicBezTo>
                    <a:pt x="306" y="1230"/>
                    <a:pt x="375" y="1191"/>
                    <a:pt x="444" y="1161"/>
                  </a:cubicBezTo>
                  <a:cubicBezTo>
                    <a:pt x="511" y="1073"/>
                    <a:pt x="589" y="1028"/>
                    <a:pt x="622" y="962"/>
                  </a:cubicBezTo>
                  <a:cubicBezTo>
                    <a:pt x="655" y="917"/>
                    <a:pt x="666" y="884"/>
                    <a:pt x="677" y="851"/>
                  </a:cubicBezTo>
                  <a:cubicBezTo>
                    <a:pt x="722" y="751"/>
                    <a:pt x="766" y="662"/>
                    <a:pt x="788" y="562"/>
                  </a:cubicBezTo>
                  <a:cubicBezTo>
                    <a:pt x="822" y="462"/>
                    <a:pt x="833" y="362"/>
                    <a:pt x="822" y="263"/>
                  </a:cubicBezTo>
                  <a:lnTo>
                    <a:pt x="822" y="207"/>
                  </a:lnTo>
                  <a:cubicBezTo>
                    <a:pt x="811" y="140"/>
                    <a:pt x="788" y="96"/>
                    <a:pt x="755" y="63"/>
                  </a:cubicBezTo>
                  <a:cubicBezTo>
                    <a:pt x="720" y="28"/>
                    <a:pt x="67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5960775" y="3079725"/>
              <a:ext cx="15275" cy="29825"/>
            </a:xfrm>
            <a:custGeom>
              <a:avLst/>
              <a:gdLst/>
              <a:ahLst/>
              <a:cxnLst/>
              <a:rect l="l" t="t" r="r" b="b"/>
              <a:pathLst>
                <a:path w="611" h="1193" extrusionOk="0">
                  <a:moveTo>
                    <a:pt x="387" y="0"/>
                  </a:moveTo>
                  <a:cubicBezTo>
                    <a:pt x="363" y="0"/>
                    <a:pt x="341" y="10"/>
                    <a:pt x="322" y="33"/>
                  </a:cubicBezTo>
                  <a:cubicBezTo>
                    <a:pt x="267" y="100"/>
                    <a:pt x="189" y="189"/>
                    <a:pt x="167" y="277"/>
                  </a:cubicBezTo>
                  <a:lnTo>
                    <a:pt x="133" y="533"/>
                  </a:lnTo>
                  <a:cubicBezTo>
                    <a:pt x="111" y="577"/>
                    <a:pt x="100" y="610"/>
                    <a:pt x="100" y="644"/>
                  </a:cubicBezTo>
                  <a:cubicBezTo>
                    <a:pt x="100" y="655"/>
                    <a:pt x="89" y="688"/>
                    <a:pt x="89" y="699"/>
                  </a:cubicBezTo>
                  <a:lnTo>
                    <a:pt x="89" y="710"/>
                  </a:lnTo>
                  <a:cubicBezTo>
                    <a:pt x="56" y="766"/>
                    <a:pt x="56" y="821"/>
                    <a:pt x="45" y="877"/>
                  </a:cubicBezTo>
                  <a:cubicBezTo>
                    <a:pt x="34" y="932"/>
                    <a:pt x="0" y="999"/>
                    <a:pt x="34" y="1076"/>
                  </a:cubicBezTo>
                  <a:cubicBezTo>
                    <a:pt x="52" y="1142"/>
                    <a:pt x="127" y="1192"/>
                    <a:pt x="211" y="1192"/>
                  </a:cubicBezTo>
                  <a:cubicBezTo>
                    <a:pt x="225" y="1192"/>
                    <a:pt x="240" y="1191"/>
                    <a:pt x="256" y="1187"/>
                  </a:cubicBezTo>
                  <a:cubicBezTo>
                    <a:pt x="300" y="1165"/>
                    <a:pt x="333" y="1110"/>
                    <a:pt x="378" y="1054"/>
                  </a:cubicBezTo>
                  <a:cubicBezTo>
                    <a:pt x="422" y="999"/>
                    <a:pt x="466" y="965"/>
                    <a:pt x="478" y="888"/>
                  </a:cubicBezTo>
                  <a:cubicBezTo>
                    <a:pt x="500" y="799"/>
                    <a:pt x="533" y="710"/>
                    <a:pt x="555" y="610"/>
                  </a:cubicBezTo>
                  <a:cubicBezTo>
                    <a:pt x="589" y="522"/>
                    <a:pt x="589" y="422"/>
                    <a:pt x="600" y="322"/>
                  </a:cubicBezTo>
                  <a:cubicBezTo>
                    <a:pt x="611" y="211"/>
                    <a:pt x="544" y="133"/>
                    <a:pt x="478" y="44"/>
                  </a:cubicBezTo>
                  <a:cubicBezTo>
                    <a:pt x="452" y="19"/>
                    <a:pt x="419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6100050" y="3092150"/>
              <a:ext cx="17225" cy="24775"/>
            </a:xfrm>
            <a:custGeom>
              <a:avLst/>
              <a:gdLst/>
              <a:ahLst/>
              <a:cxnLst/>
              <a:rect l="l" t="t" r="r" b="b"/>
              <a:pathLst>
                <a:path w="689" h="991" extrusionOk="0">
                  <a:moveTo>
                    <a:pt x="529" y="0"/>
                  </a:moveTo>
                  <a:cubicBezTo>
                    <a:pt x="502" y="0"/>
                    <a:pt x="475" y="12"/>
                    <a:pt x="455" y="36"/>
                  </a:cubicBezTo>
                  <a:lnTo>
                    <a:pt x="422" y="58"/>
                  </a:lnTo>
                  <a:cubicBezTo>
                    <a:pt x="400" y="80"/>
                    <a:pt x="389" y="91"/>
                    <a:pt x="356" y="102"/>
                  </a:cubicBezTo>
                  <a:lnTo>
                    <a:pt x="311" y="147"/>
                  </a:lnTo>
                  <a:cubicBezTo>
                    <a:pt x="278" y="191"/>
                    <a:pt x="245" y="224"/>
                    <a:pt x="222" y="280"/>
                  </a:cubicBezTo>
                  <a:cubicBezTo>
                    <a:pt x="234" y="269"/>
                    <a:pt x="245" y="246"/>
                    <a:pt x="256" y="224"/>
                  </a:cubicBezTo>
                  <a:lnTo>
                    <a:pt x="256" y="224"/>
                  </a:lnTo>
                  <a:cubicBezTo>
                    <a:pt x="245" y="258"/>
                    <a:pt x="234" y="269"/>
                    <a:pt x="222" y="302"/>
                  </a:cubicBezTo>
                  <a:cubicBezTo>
                    <a:pt x="200" y="324"/>
                    <a:pt x="200" y="357"/>
                    <a:pt x="189" y="380"/>
                  </a:cubicBezTo>
                  <a:lnTo>
                    <a:pt x="189" y="391"/>
                  </a:lnTo>
                  <a:cubicBezTo>
                    <a:pt x="134" y="557"/>
                    <a:pt x="0" y="835"/>
                    <a:pt x="178" y="946"/>
                  </a:cubicBezTo>
                  <a:cubicBezTo>
                    <a:pt x="199" y="977"/>
                    <a:pt x="230" y="989"/>
                    <a:pt x="281" y="990"/>
                  </a:cubicBezTo>
                  <a:lnTo>
                    <a:pt x="281" y="990"/>
                  </a:lnTo>
                  <a:cubicBezTo>
                    <a:pt x="316" y="990"/>
                    <a:pt x="349" y="988"/>
                    <a:pt x="367" y="979"/>
                  </a:cubicBezTo>
                  <a:cubicBezTo>
                    <a:pt x="444" y="968"/>
                    <a:pt x="478" y="912"/>
                    <a:pt x="522" y="857"/>
                  </a:cubicBezTo>
                  <a:cubicBezTo>
                    <a:pt x="533" y="824"/>
                    <a:pt x="566" y="779"/>
                    <a:pt x="578" y="757"/>
                  </a:cubicBezTo>
                  <a:cubicBezTo>
                    <a:pt x="611" y="713"/>
                    <a:pt x="622" y="657"/>
                    <a:pt x="633" y="602"/>
                  </a:cubicBezTo>
                  <a:cubicBezTo>
                    <a:pt x="644" y="557"/>
                    <a:pt x="666" y="535"/>
                    <a:pt x="666" y="491"/>
                  </a:cubicBezTo>
                  <a:cubicBezTo>
                    <a:pt x="677" y="435"/>
                    <a:pt x="689" y="391"/>
                    <a:pt x="689" y="335"/>
                  </a:cubicBezTo>
                  <a:cubicBezTo>
                    <a:pt x="689" y="302"/>
                    <a:pt x="677" y="246"/>
                    <a:pt x="677" y="202"/>
                  </a:cubicBezTo>
                  <a:cubicBezTo>
                    <a:pt x="677" y="191"/>
                    <a:pt x="677" y="169"/>
                    <a:pt x="666" y="158"/>
                  </a:cubicBezTo>
                  <a:cubicBezTo>
                    <a:pt x="644" y="136"/>
                    <a:pt x="644" y="113"/>
                    <a:pt x="622" y="102"/>
                  </a:cubicBezTo>
                  <a:cubicBezTo>
                    <a:pt x="622" y="91"/>
                    <a:pt x="622" y="80"/>
                    <a:pt x="611" y="58"/>
                  </a:cubicBezTo>
                  <a:cubicBezTo>
                    <a:pt x="598" y="20"/>
                    <a:pt x="564" y="0"/>
                    <a:pt x="529" y="0"/>
                  </a:cubicBezTo>
                  <a:close/>
                  <a:moveTo>
                    <a:pt x="281" y="990"/>
                  </a:moveTo>
                  <a:cubicBezTo>
                    <a:pt x="273" y="990"/>
                    <a:pt x="264" y="990"/>
                    <a:pt x="256" y="990"/>
                  </a:cubicBezTo>
                  <a:lnTo>
                    <a:pt x="289" y="990"/>
                  </a:lnTo>
                  <a:cubicBezTo>
                    <a:pt x="286" y="990"/>
                    <a:pt x="284" y="990"/>
                    <a:pt x="281" y="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6200775" y="3068700"/>
              <a:ext cx="15275" cy="31850"/>
            </a:xfrm>
            <a:custGeom>
              <a:avLst/>
              <a:gdLst/>
              <a:ahLst/>
              <a:cxnLst/>
              <a:rect l="l" t="t" r="r" b="b"/>
              <a:pathLst>
                <a:path w="611" h="1274" extrusionOk="0">
                  <a:moveTo>
                    <a:pt x="415" y="0"/>
                  </a:moveTo>
                  <a:cubicBezTo>
                    <a:pt x="390" y="0"/>
                    <a:pt x="362" y="7"/>
                    <a:pt x="333" y="19"/>
                  </a:cubicBezTo>
                  <a:cubicBezTo>
                    <a:pt x="277" y="41"/>
                    <a:pt x="244" y="86"/>
                    <a:pt x="200" y="141"/>
                  </a:cubicBezTo>
                  <a:cubicBezTo>
                    <a:pt x="167" y="186"/>
                    <a:pt x="155" y="219"/>
                    <a:pt x="144" y="263"/>
                  </a:cubicBezTo>
                  <a:cubicBezTo>
                    <a:pt x="100" y="363"/>
                    <a:pt x="78" y="452"/>
                    <a:pt x="56" y="563"/>
                  </a:cubicBezTo>
                  <a:cubicBezTo>
                    <a:pt x="44" y="607"/>
                    <a:pt x="44" y="652"/>
                    <a:pt x="33" y="696"/>
                  </a:cubicBezTo>
                  <a:cubicBezTo>
                    <a:pt x="22" y="752"/>
                    <a:pt x="0" y="818"/>
                    <a:pt x="0" y="874"/>
                  </a:cubicBezTo>
                  <a:cubicBezTo>
                    <a:pt x="0" y="929"/>
                    <a:pt x="33" y="985"/>
                    <a:pt x="33" y="1040"/>
                  </a:cubicBezTo>
                  <a:cubicBezTo>
                    <a:pt x="44" y="1085"/>
                    <a:pt x="44" y="1118"/>
                    <a:pt x="56" y="1162"/>
                  </a:cubicBezTo>
                  <a:cubicBezTo>
                    <a:pt x="78" y="1229"/>
                    <a:pt x="144" y="1273"/>
                    <a:pt x="211" y="1273"/>
                  </a:cubicBezTo>
                  <a:cubicBezTo>
                    <a:pt x="277" y="1273"/>
                    <a:pt x="333" y="1229"/>
                    <a:pt x="377" y="1173"/>
                  </a:cubicBezTo>
                  <a:cubicBezTo>
                    <a:pt x="411" y="1129"/>
                    <a:pt x="477" y="1040"/>
                    <a:pt x="499" y="963"/>
                  </a:cubicBezTo>
                  <a:cubicBezTo>
                    <a:pt x="544" y="863"/>
                    <a:pt x="544" y="752"/>
                    <a:pt x="577" y="652"/>
                  </a:cubicBezTo>
                  <a:cubicBezTo>
                    <a:pt x="588" y="552"/>
                    <a:pt x="610" y="463"/>
                    <a:pt x="599" y="352"/>
                  </a:cubicBezTo>
                  <a:cubicBezTo>
                    <a:pt x="599" y="308"/>
                    <a:pt x="599" y="263"/>
                    <a:pt x="588" y="208"/>
                  </a:cubicBezTo>
                  <a:cubicBezTo>
                    <a:pt x="577" y="141"/>
                    <a:pt x="555" y="97"/>
                    <a:pt x="522" y="52"/>
                  </a:cubicBezTo>
                  <a:cubicBezTo>
                    <a:pt x="494" y="18"/>
                    <a:pt x="457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5900275" y="2959000"/>
              <a:ext cx="26400" cy="31150"/>
            </a:xfrm>
            <a:custGeom>
              <a:avLst/>
              <a:gdLst/>
              <a:ahLst/>
              <a:cxnLst/>
              <a:rect l="l" t="t" r="r" b="b"/>
              <a:pathLst>
                <a:path w="1056" h="1246" extrusionOk="0">
                  <a:moveTo>
                    <a:pt x="811" y="0"/>
                  </a:moveTo>
                  <a:cubicBezTo>
                    <a:pt x="804" y="0"/>
                    <a:pt x="796" y="1"/>
                    <a:pt x="789" y="1"/>
                  </a:cubicBezTo>
                  <a:cubicBezTo>
                    <a:pt x="578" y="24"/>
                    <a:pt x="423" y="223"/>
                    <a:pt x="301" y="356"/>
                  </a:cubicBezTo>
                  <a:cubicBezTo>
                    <a:pt x="234" y="423"/>
                    <a:pt x="179" y="523"/>
                    <a:pt x="123" y="601"/>
                  </a:cubicBezTo>
                  <a:cubicBezTo>
                    <a:pt x="90" y="645"/>
                    <a:pt x="79" y="667"/>
                    <a:pt x="68" y="712"/>
                  </a:cubicBezTo>
                  <a:cubicBezTo>
                    <a:pt x="56" y="745"/>
                    <a:pt x="34" y="778"/>
                    <a:pt x="23" y="823"/>
                  </a:cubicBezTo>
                  <a:cubicBezTo>
                    <a:pt x="12" y="867"/>
                    <a:pt x="23" y="911"/>
                    <a:pt x="23" y="945"/>
                  </a:cubicBezTo>
                  <a:cubicBezTo>
                    <a:pt x="12" y="1000"/>
                    <a:pt x="1" y="1078"/>
                    <a:pt x="12" y="1133"/>
                  </a:cubicBezTo>
                  <a:cubicBezTo>
                    <a:pt x="22" y="1194"/>
                    <a:pt x="97" y="1246"/>
                    <a:pt x="169" y="1246"/>
                  </a:cubicBezTo>
                  <a:cubicBezTo>
                    <a:pt x="176" y="1246"/>
                    <a:pt x="183" y="1245"/>
                    <a:pt x="190" y="1244"/>
                  </a:cubicBezTo>
                  <a:cubicBezTo>
                    <a:pt x="278" y="1222"/>
                    <a:pt x="334" y="1189"/>
                    <a:pt x="389" y="1144"/>
                  </a:cubicBezTo>
                  <a:cubicBezTo>
                    <a:pt x="400" y="1146"/>
                    <a:pt x="411" y="1147"/>
                    <a:pt x="422" y="1147"/>
                  </a:cubicBezTo>
                  <a:cubicBezTo>
                    <a:pt x="474" y="1147"/>
                    <a:pt x="521" y="1124"/>
                    <a:pt x="567" y="1078"/>
                  </a:cubicBezTo>
                  <a:cubicBezTo>
                    <a:pt x="589" y="1045"/>
                    <a:pt x="622" y="1022"/>
                    <a:pt x="645" y="978"/>
                  </a:cubicBezTo>
                  <a:cubicBezTo>
                    <a:pt x="722" y="889"/>
                    <a:pt x="800" y="811"/>
                    <a:pt x="844" y="712"/>
                  </a:cubicBezTo>
                  <a:cubicBezTo>
                    <a:pt x="889" y="645"/>
                    <a:pt x="911" y="578"/>
                    <a:pt x="955" y="490"/>
                  </a:cubicBezTo>
                  <a:cubicBezTo>
                    <a:pt x="1000" y="390"/>
                    <a:pt x="1055" y="257"/>
                    <a:pt x="1011" y="146"/>
                  </a:cubicBezTo>
                  <a:cubicBezTo>
                    <a:pt x="980" y="63"/>
                    <a:pt x="902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2"/>
            <p:cNvSpPr/>
            <p:nvPr/>
          </p:nvSpPr>
          <p:spPr>
            <a:xfrm>
              <a:off x="5661125" y="2864200"/>
              <a:ext cx="23050" cy="22050"/>
            </a:xfrm>
            <a:custGeom>
              <a:avLst/>
              <a:gdLst/>
              <a:ahLst/>
              <a:cxnLst/>
              <a:rect l="l" t="t" r="r" b="b"/>
              <a:pathLst>
                <a:path w="922" h="882" extrusionOk="0">
                  <a:moveTo>
                    <a:pt x="658" y="1"/>
                  </a:moveTo>
                  <a:cubicBezTo>
                    <a:pt x="611" y="1"/>
                    <a:pt x="561" y="15"/>
                    <a:pt x="511" y="42"/>
                  </a:cubicBezTo>
                  <a:cubicBezTo>
                    <a:pt x="500" y="42"/>
                    <a:pt x="489" y="53"/>
                    <a:pt x="478" y="53"/>
                  </a:cubicBezTo>
                  <a:cubicBezTo>
                    <a:pt x="433" y="64"/>
                    <a:pt x="389" y="76"/>
                    <a:pt x="345" y="109"/>
                  </a:cubicBezTo>
                  <a:cubicBezTo>
                    <a:pt x="322" y="131"/>
                    <a:pt x="289" y="153"/>
                    <a:pt x="267" y="175"/>
                  </a:cubicBezTo>
                  <a:cubicBezTo>
                    <a:pt x="211" y="231"/>
                    <a:pt x="156" y="286"/>
                    <a:pt x="123" y="342"/>
                  </a:cubicBezTo>
                  <a:cubicBezTo>
                    <a:pt x="112" y="386"/>
                    <a:pt x="89" y="431"/>
                    <a:pt x="67" y="464"/>
                  </a:cubicBezTo>
                  <a:cubicBezTo>
                    <a:pt x="56" y="486"/>
                    <a:pt x="56" y="508"/>
                    <a:pt x="45" y="519"/>
                  </a:cubicBezTo>
                  <a:lnTo>
                    <a:pt x="1" y="653"/>
                  </a:lnTo>
                  <a:cubicBezTo>
                    <a:pt x="1" y="686"/>
                    <a:pt x="12" y="719"/>
                    <a:pt x="34" y="741"/>
                  </a:cubicBezTo>
                  <a:cubicBezTo>
                    <a:pt x="45" y="786"/>
                    <a:pt x="56" y="830"/>
                    <a:pt x="100" y="852"/>
                  </a:cubicBezTo>
                  <a:cubicBezTo>
                    <a:pt x="129" y="873"/>
                    <a:pt x="161" y="881"/>
                    <a:pt x="195" y="881"/>
                  </a:cubicBezTo>
                  <a:cubicBezTo>
                    <a:pt x="215" y="881"/>
                    <a:pt x="235" y="879"/>
                    <a:pt x="256" y="875"/>
                  </a:cubicBezTo>
                  <a:cubicBezTo>
                    <a:pt x="322" y="875"/>
                    <a:pt x="378" y="875"/>
                    <a:pt x="433" y="830"/>
                  </a:cubicBezTo>
                  <a:cubicBezTo>
                    <a:pt x="444" y="819"/>
                    <a:pt x="478" y="797"/>
                    <a:pt x="489" y="786"/>
                  </a:cubicBezTo>
                  <a:cubicBezTo>
                    <a:pt x="533" y="741"/>
                    <a:pt x="589" y="719"/>
                    <a:pt x="622" y="675"/>
                  </a:cubicBezTo>
                  <a:cubicBezTo>
                    <a:pt x="666" y="675"/>
                    <a:pt x="689" y="675"/>
                    <a:pt x="711" y="630"/>
                  </a:cubicBezTo>
                  <a:cubicBezTo>
                    <a:pt x="722" y="619"/>
                    <a:pt x="744" y="597"/>
                    <a:pt x="755" y="575"/>
                  </a:cubicBezTo>
                  <a:cubicBezTo>
                    <a:pt x="766" y="564"/>
                    <a:pt x="777" y="542"/>
                    <a:pt x="800" y="519"/>
                  </a:cubicBezTo>
                  <a:cubicBezTo>
                    <a:pt x="811" y="508"/>
                    <a:pt x="822" y="486"/>
                    <a:pt x="833" y="464"/>
                  </a:cubicBezTo>
                  <a:cubicBezTo>
                    <a:pt x="866" y="431"/>
                    <a:pt x="877" y="375"/>
                    <a:pt x="877" y="331"/>
                  </a:cubicBezTo>
                  <a:cubicBezTo>
                    <a:pt x="877" y="320"/>
                    <a:pt x="888" y="297"/>
                    <a:pt x="888" y="275"/>
                  </a:cubicBezTo>
                  <a:cubicBezTo>
                    <a:pt x="922" y="175"/>
                    <a:pt x="877" y="98"/>
                    <a:pt x="788" y="42"/>
                  </a:cubicBezTo>
                  <a:cubicBezTo>
                    <a:pt x="750" y="15"/>
                    <a:pt x="705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5725775" y="2965325"/>
              <a:ext cx="20850" cy="27300"/>
            </a:xfrm>
            <a:custGeom>
              <a:avLst/>
              <a:gdLst/>
              <a:ahLst/>
              <a:cxnLst/>
              <a:rect l="l" t="t" r="r" b="b"/>
              <a:pathLst>
                <a:path w="834" h="1092" extrusionOk="0">
                  <a:moveTo>
                    <a:pt x="639" y="0"/>
                  </a:moveTo>
                  <a:cubicBezTo>
                    <a:pt x="610" y="0"/>
                    <a:pt x="581" y="8"/>
                    <a:pt x="555" y="26"/>
                  </a:cubicBezTo>
                  <a:cubicBezTo>
                    <a:pt x="522" y="59"/>
                    <a:pt x="489" y="70"/>
                    <a:pt x="455" y="103"/>
                  </a:cubicBezTo>
                  <a:cubicBezTo>
                    <a:pt x="400" y="137"/>
                    <a:pt x="355" y="192"/>
                    <a:pt x="322" y="248"/>
                  </a:cubicBezTo>
                  <a:cubicBezTo>
                    <a:pt x="278" y="303"/>
                    <a:pt x="233" y="381"/>
                    <a:pt x="189" y="436"/>
                  </a:cubicBezTo>
                  <a:cubicBezTo>
                    <a:pt x="156" y="503"/>
                    <a:pt x="89" y="581"/>
                    <a:pt x="67" y="669"/>
                  </a:cubicBezTo>
                  <a:cubicBezTo>
                    <a:pt x="34" y="736"/>
                    <a:pt x="23" y="825"/>
                    <a:pt x="11" y="891"/>
                  </a:cubicBezTo>
                  <a:cubicBezTo>
                    <a:pt x="0" y="969"/>
                    <a:pt x="34" y="1058"/>
                    <a:pt x="122" y="1080"/>
                  </a:cubicBezTo>
                  <a:cubicBezTo>
                    <a:pt x="143" y="1088"/>
                    <a:pt x="163" y="1091"/>
                    <a:pt x="182" y="1091"/>
                  </a:cubicBezTo>
                  <a:cubicBezTo>
                    <a:pt x="246" y="1091"/>
                    <a:pt x="302" y="1051"/>
                    <a:pt x="344" y="991"/>
                  </a:cubicBezTo>
                  <a:cubicBezTo>
                    <a:pt x="355" y="969"/>
                    <a:pt x="378" y="958"/>
                    <a:pt x="378" y="947"/>
                  </a:cubicBezTo>
                  <a:lnTo>
                    <a:pt x="389" y="936"/>
                  </a:lnTo>
                  <a:cubicBezTo>
                    <a:pt x="400" y="903"/>
                    <a:pt x="433" y="880"/>
                    <a:pt x="455" y="847"/>
                  </a:cubicBezTo>
                  <a:cubicBezTo>
                    <a:pt x="511" y="780"/>
                    <a:pt x="555" y="692"/>
                    <a:pt x="600" y="614"/>
                  </a:cubicBezTo>
                  <a:cubicBezTo>
                    <a:pt x="633" y="547"/>
                    <a:pt x="666" y="492"/>
                    <a:pt x="711" y="414"/>
                  </a:cubicBezTo>
                  <a:cubicBezTo>
                    <a:pt x="733" y="381"/>
                    <a:pt x="766" y="348"/>
                    <a:pt x="777" y="292"/>
                  </a:cubicBezTo>
                  <a:cubicBezTo>
                    <a:pt x="788" y="270"/>
                    <a:pt x="799" y="226"/>
                    <a:pt x="799" y="192"/>
                  </a:cubicBezTo>
                  <a:cubicBezTo>
                    <a:pt x="834" y="90"/>
                    <a:pt x="736" y="0"/>
                    <a:pt x="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5878925" y="3133025"/>
              <a:ext cx="15275" cy="20725"/>
            </a:xfrm>
            <a:custGeom>
              <a:avLst/>
              <a:gdLst/>
              <a:ahLst/>
              <a:cxnLst/>
              <a:rect l="l" t="t" r="r" b="b"/>
              <a:pathLst>
                <a:path w="611" h="829" extrusionOk="0">
                  <a:moveTo>
                    <a:pt x="501" y="1"/>
                  </a:moveTo>
                  <a:cubicBezTo>
                    <a:pt x="493" y="1"/>
                    <a:pt x="484" y="3"/>
                    <a:pt x="478" y="10"/>
                  </a:cubicBezTo>
                  <a:lnTo>
                    <a:pt x="467" y="10"/>
                  </a:lnTo>
                  <a:cubicBezTo>
                    <a:pt x="356" y="10"/>
                    <a:pt x="245" y="76"/>
                    <a:pt x="189" y="176"/>
                  </a:cubicBezTo>
                  <a:cubicBezTo>
                    <a:pt x="145" y="232"/>
                    <a:pt x="111" y="298"/>
                    <a:pt x="78" y="354"/>
                  </a:cubicBezTo>
                  <a:lnTo>
                    <a:pt x="34" y="432"/>
                  </a:lnTo>
                  <a:cubicBezTo>
                    <a:pt x="0" y="487"/>
                    <a:pt x="0" y="543"/>
                    <a:pt x="0" y="598"/>
                  </a:cubicBezTo>
                  <a:lnTo>
                    <a:pt x="0" y="687"/>
                  </a:lnTo>
                  <a:cubicBezTo>
                    <a:pt x="0" y="731"/>
                    <a:pt x="23" y="753"/>
                    <a:pt x="34" y="787"/>
                  </a:cubicBezTo>
                  <a:cubicBezTo>
                    <a:pt x="42" y="811"/>
                    <a:pt x="67" y="829"/>
                    <a:pt x="97" y="829"/>
                  </a:cubicBezTo>
                  <a:cubicBezTo>
                    <a:pt x="109" y="829"/>
                    <a:pt x="121" y="826"/>
                    <a:pt x="134" y="820"/>
                  </a:cubicBezTo>
                  <a:cubicBezTo>
                    <a:pt x="156" y="809"/>
                    <a:pt x="200" y="809"/>
                    <a:pt x="222" y="798"/>
                  </a:cubicBezTo>
                  <a:cubicBezTo>
                    <a:pt x="256" y="787"/>
                    <a:pt x="267" y="764"/>
                    <a:pt x="300" y="753"/>
                  </a:cubicBezTo>
                  <a:cubicBezTo>
                    <a:pt x="322" y="698"/>
                    <a:pt x="378" y="676"/>
                    <a:pt x="422" y="620"/>
                  </a:cubicBezTo>
                  <a:cubicBezTo>
                    <a:pt x="433" y="587"/>
                    <a:pt x="444" y="565"/>
                    <a:pt x="478" y="531"/>
                  </a:cubicBezTo>
                  <a:cubicBezTo>
                    <a:pt x="500" y="476"/>
                    <a:pt x="533" y="409"/>
                    <a:pt x="555" y="354"/>
                  </a:cubicBezTo>
                  <a:cubicBezTo>
                    <a:pt x="600" y="254"/>
                    <a:pt x="611" y="132"/>
                    <a:pt x="544" y="43"/>
                  </a:cubicBezTo>
                  <a:lnTo>
                    <a:pt x="544" y="32"/>
                  </a:lnTo>
                  <a:cubicBezTo>
                    <a:pt x="544" y="16"/>
                    <a:pt x="522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6039300" y="3167100"/>
              <a:ext cx="15275" cy="28000"/>
            </a:xfrm>
            <a:custGeom>
              <a:avLst/>
              <a:gdLst/>
              <a:ahLst/>
              <a:cxnLst/>
              <a:rect l="l" t="t" r="r" b="b"/>
              <a:pathLst>
                <a:path w="611" h="1120" extrusionOk="0">
                  <a:moveTo>
                    <a:pt x="400" y="1"/>
                  </a:moveTo>
                  <a:cubicBezTo>
                    <a:pt x="344" y="1"/>
                    <a:pt x="300" y="1"/>
                    <a:pt x="266" y="34"/>
                  </a:cubicBezTo>
                  <a:cubicBezTo>
                    <a:pt x="266" y="34"/>
                    <a:pt x="244" y="34"/>
                    <a:pt x="244" y="45"/>
                  </a:cubicBezTo>
                  <a:cubicBezTo>
                    <a:pt x="211" y="56"/>
                    <a:pt x="167" y="90"/>
                    <a:pt x="133" y="112"/>
                  </a:cubicBezTo>
                  <a:cubicBezTo>
                    <a:pt x="111" y="145"/>
                    <a:pt x="100" y="167"/>
                    <a:pt x="78" y="212"/>
                  </a:cubicBezTo>
                  <a:lnTo>
                    <a:pt x="44" y="289"/>
                  </a:lnTo>
                  <a:cubicBezTo>
                    <a:pt x="22" y="323"/>
                    <a:pt x="11" y="345"/>
                    <a:pt x="11" y="378"/>
                  </a:cubicBezTo>
                  <a:cubicBezTo>
                    <a:pt x="11" y="411"/>
                    <a:pt x="11" y="434"/>
                    <a:pt x="0" y="478"/>
                  </a:cubicBezTo>
                  <a:lnTo>
                    <a:pt x="0" y="522"/>
                  </a:lnTo>
                  <a:lnTo>
                    <a:pt x="0" y="611"/>
                  </a:lnTo>
                  <a:cubicBezTo>
                    <a:pt x="0" y="700"/>
                    <a:pt x="22" y="767"/>
                    <a:pt x="56" y="855"/>
                  </a:cubicBezTo>
                  <a:cubicBezTo>
                    <a:pt x="67" y="877"/>
                    <a:pt x="78" y="911"/>
                    <a:pt x="78" y="933"/>
                  </a:cubicBezTo>
                  <a:cubicBezTo>
                    <a:pt x="78" y="944"/>
                    <a:pt x="100" y="966"/>
                    <a:pt x="100" y="977"/>
                  </a:cubicBezTo>
                  <a:cubicBezTo>
                    <a:pt x="111" y="988"/>
                    <a:pt x="111" y="1022"/>
                    <a:pt x="122" y="1033"/>
                  </a:cubicBezTo>
                  <a:cubicBezTo>
                    <a:pt x="155" y="1055"/>
                    <a:pt x="178" y="1088"/>
                    <a:pt x="211" y="1099"/>
                  </a:cubicBezTo>
                  <a:cubicBezTo>
                    <a:pt x="232" y="1113"/>
                    <a:pt x="257" y="1120"/>
                    <a:pt x="284" y="1120"/>
                  </a:cubicBezTo>
                  <a:cubicBezTo>
                    <a:pt x="342" y="1120"/>
                    <a:pt x="406" y="1090"/>
                    <a:pt x="444" y="1044"/>
                  </a:cubicBezTo>
                  <a:cubicBezTo>
                    <a:pt x="499" y="944"/>
                    <a:pt x="499" y="866"/>
                    <a:pt x="522" y="778"/>
                  </a:cubicBezTo>
                  <a:cubicBezTo>
                    <a:pt x="544" y="722"/>
                    <a:pt x="555" y="667"/>
                    <a:pt x="566" y="600"/>
                  </a:cubicBezTo>
                  <a:cubicBezTo>
                    <a:pt x="577" y="522"/>
                    <a:pt x="610" y="434"/>
                    <a:pt x="599" y="367"/>
                  </a:cubicBezTo>
                  <a:lnTo>
                    <a:pt x="599" y="278"/>
                  </a:lnTo>
                  <a:cubicBezTo>
                    <a:pt x="599" y="256"/>
                    <a:pt x="599" y="212"/>
                    <a:pt x="577" y="178"/>
                  </a:cubicBezTo>
                  <a:cubicBezTo>
                    <a:pt x="566" y="145"/>
                    <a:pt x="555" y="112"/>
                    <a:pt x="522" y="90"/>
                  </a:cubicBezTo>
                  <a:cubicBezTo>
                    <a:pt x="522" y="90"/>
                    <a:pt x="522" y="67"/>
                    <a:pt x="511" y="67"/>
                  </a:cubicBezTo>
                  <a:cubicBezTo>
                    <a:pt x="499" y="34"/>
                    <a:pt x="444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6054275" y="2997650"/>
              <a:ext cx="18325" cy="23000"/>
            </a:xfrm>
            <a:custGeom>
              <a:avLst/>
              <a:gdLst/>
              <a:ahLst/>
              <a:cxnLst/>
              <a:rect l="l" t="t" r="r" b="b"/>
              <a:pathLst>
                <a:path w="733" h="920" extrusionOk="0">
                  <a:moveTo>
                    <a:pt x="484" y="1"/>
                  </a:moveTo>
                  <a:cubicBezTo>
                    <a:pt x="464" y="1"/>
                    <a:pt x="444" y="4"/>
                    <a:pt x="422" y="9"/>
                  </a:cubicBezTo>
                  <a:cubicBezTo>
                    <a:pt x="411" y="9"/>
                    <a:pt x="411" y="9"/>
                    <a:pt x="400" y="31"/>
                  </a:cubicBezTo>
                  <a:lnTo>
                    <a:pt x="389" y="31"/>
                  </a:lnTo>
                  <a:cubicBezTo>
                    <a:pt x="300" y="42"/>
                    <a:pt x="244" y="87"/>
                    <a:pt x="189" y="153"/>
                  </a:cubicBezTo>
                  <a:cubicBezTo>
                    <a:pt x="167" y="198"/>
                    <a:pt x="145" y="231"/>
                    <a:pt x="122" y="275"/>
                  </a:cubicBezTo>
                  <a:cubicBezTo>
                    <a:pt x="89" y="342"/>
                    <a:pt x="67" y="397"/>
                    <a:pt x="34" y="475"/>
                  </a:cubicBezTo>
                  <a:cubicBezTo>
                    <a:pt x="11" y="531"/>
                    <a:pt x="0" y="586"/>
                    <a:pt x="11" y="653"/>
                  </a:cubicBezTo>
                  <a:cubicBezTo>
                    <a:pt x="11" y="675"/>
                    <a:pt x="23" y="719"/>
                    <a:pt x="34" y="753"/>
                  </a:cubicBezTo>
                  <a:cubicBezTo>
                    <a:pt x="34" y="764"/>
                    <a:pt x="34" y="775"/>
                    <a:pt x="56" y="786"/>
                  </a:cubicBezTo>
                  <a:cubicBezTo>
                    <a:pt x="71" y="875"/>
                    <a:pt x="150" y="919"/>
                    <a:pt x="230" y="919"/>
                  </a:cubicBezTo>
                  <a:cubicBezTo>
                    <a:pt x="270" y="919"/>
                    <a:pt x="311" y="908"/>
                    <a:pt x="344" y="886"/>
                  </a:cubicBezTo>
                  <a:cubicBezTo>
                    <a:pt x="355" y="875"/>
                    <a:pt x="367" y="864"/>
                    <a:pt x="400" y="841"/>
                  </a:cubicBezTo>
                  <a:cubicBezTo>
                    <a:pt x="411" y="841"/>
                    <a:pt x="444" y="830"/>
                    <a:pt x="455" y="819"/>
                  </a:cubicBezTo>
                  <a:cubicBezTo>
                    <a:pt x="500" y="786"/>
                    <a:pt x="511" y="775"/>
                    <a:pt x="533" y="764"/>
                  </a:cubicBezTo>
                  <a:cubicBezTo>
                    <a:pt x="577" y="719"/>
                    <a:pt x="589" y="675"/>
                    <a:pt x="611" y="619"/>
                  </a:cubicBezTo>
                  <a:cubicBezTo>
                    <a:pt x="633" y="553"/>
                    <a:pt x="666" y="486"/>
                    <a:pt x="677" y="431"/>
                  </a:cubicBezTo>
                  <a:cubicBezTo>
                    <a:pt x="688" y="397"/>
                    <a:pt x="699" y="364"/>
                    <a:pt x="722" y="331"/>
                  </a:cubicBezTo>
                  <a:cubicBezTo>
                    <a:pt x="733" y="264"/>
                    <a:pt x="722" y="176"/>
                    <a:pt x="677" y="120"/>
                  </a:cubicBezTo>
                  <a:cubicBezTo>
                    <a:pt x="677" y="109"/>
                    <a:pt x="666" y="98"/>
                    <a:pt x="644" y="98"/>
                  </a:cubicBezTo>
                  <a:lnTo>
                    <a:pt x="633" y="87"/>
                  </a:lnTo>
                  <a:cubicBezTo>
                    <a:pt x="599" y="28"/>
                    <a:pt x="547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6165525" y="2998425"/>
              <a:ext cx="17225" cy="27475"/>
            </a:xfrm>
            <a:custGeom>
              <a:avLst/>
              <a:gdLst/>
              <a:ahLst/>
              <a:cxnLst/>
              <a:rect l="l" t="t" r="r" b="b"/>
              <a:pathLst>
                <a:path w="689" h="1099" extrusionOk="0">
                  <a:moveTo>
                    <a:pt x="411" y="0"/>
                  </a:moveTo>
                  <a:cubicBezTo>
                    <a:pt x="378" y="0"/>
                    <a:pt x="322" y="22"/>
                    <a:pt x="289" y="56"/>
                  </a:cubicBezTo>
                  <a:lnTo>
                    <a:pt x="278" y="56"/>
                  </a:lnTo>
                  <a:cubicBezTo>
                    <a:pt x="267" y="67"/>
                    <a:pt x="245" y="78"/>
                    <a:pt x="234" y="100"/>
                  </a:cubicBezTo>
                  <a:cubicBezTo>
                    <a:pt x="211" y="145"/>
                    <a:pt x="189" y="189"/>
                    <a:pt x="167" y="233"/>
                  </a:cubicBezTo>
                  <a:cubicBezTo>
                    <a:pt x="123" y="289"/>
                    <a:pt x="100" y="355"/>
                    <a:pt x="67" y="422"/>
                  </a:cubicBezTo>
                  <a:cubicBezTo>
                    <a:pt x="45" y="522"/>
                    <a:pt x="23" y="633"/>
                    <a:pt x="12" y="733"/>
                  </a:cubicBezTo>
                  <a:cubicBezTo>
                    <a:pt x="1" y="799"/>
                    <a:pt x="12" y="855"/>
                    <a:pt x="45" y="910"/>
                  </a:cubicBezTo>
                  <a:cubicBezTo>
                    <a:pt x="56" y="955"/>
                    <a:pt x="100" y="977"/>
                    <a:pt x="123" y="1010"/>
                  </a:cubicBezTo>
                  <a:lnTo>
                    <a:pt x="123" y="1021"/>
                  </a:lnTo>
                  <a:cubicBezTo>
                    <a:pt x="156" y="1066"/>
                    <a:pt x="211" y="1088"/>
                    <a:pt x="267" y="1099"/>
                  </a:cubicBezTo>
                  <a:cubicBezTo>
                    <a:pt x="300" y="1099"/>
                    <a:pt x="345" y="1088"/>
                    <a:pt x="378" y="1077"/>
                  </a:cubicBezTo>
                  <a:lnTo>
                    <a:pt x="400" y="1077"/>
                  </a:lnTo>
                  <a:cubicBezTo>
                    <a:pt x="456" y="1032"/>
                    <a:pt x="500" y="1021"/>
                    <a:pt x="522" y="999"/>
                  </a:cubicBezTo>
                  <a:cubicBezTo>
                    <a:pt x="578" y="955"/>
                    <a:pt x="622" y="899"/>
                    <a:pt x="622" y="833"/>
                  </a:cubicBezTo>
                  <a:cubicBezTo>
                    <a:pt x="633" y="733"/>
                    <a:pt x="666" y="633"/>
                    <a:pt x="678" y="522"/>
                  </a:cubicBezTo>
                  <a:cubicBezTo>
                    <a:pt x="689" y="455"/>
                    <a:pt x="678" y="389"/>
                    <a:pt x="666" y="333"/>
                  </a:cubicBezTo>
                  <a:cubicBezTo>
                    <a:pt x="655" y="278"/>
                    <a:pt x="655" y="233"/>
                    <a:pt x="633" y="178"/>
                  </a:cubicBezTo>
                  <a:cubicBezTo>
                    <a:pt x="622" y="89"/>
                    <a:pt x="567" y="11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2"/>
            <p:cNvSpPr/>
            <p:nvPr/>
          </p:nvSpPr>
          <p:spPr>
            <a:xfrm>
              <a:off x="6283725" y="3044875"/>
              <a:ext cx="13900" cy="26850"/>
            </a:xfrm>
            <a:custGeom>
              <a:avLst/>
              <a:gdLst/>
              <a:ahLst/>
              <a:cxnLst/>
              <a:rect l="l" t="t" r="r" b="b"/>
              <a:pathLst>
                <a:path w="556" h="1074" extrusionOk="0">
                  <a:moveTo>
                    <a:pt x="318" y="0"/>
                  </a:moveTo>
                  <a:cubicBezTo>
                    <a:pt x="301" y="0"/>
                    <a:pt x="283" y="3"/>
                    <a:pt x="267" y="7"/>
                  </a:cubicBezTo>
                  <a:cubicBezTo>
                    <a:pt x="256" y="29"/>
                    <a:pt x="222" y="40"/>
                    <a:pt x="211" y="40"/>
                  </a:cubicBezTo>
                  <a:cubicBezTo>
                    <a:pt x="167" y="62"/>
                    <a:pt x="122" y="107"/>
                    <a:pt x="111" y="162"/>
                  </a:cubicBezTo>
                  <a:cubicBezTo>
                    <a:pt x="100" y="184"/>
                    <a:pt x="100" y="206"/>
                    <a:pt x="89" y="229"/>
                  </a:cubicBezTo>
                  <a:cubicBezTo>
                    <a:pt x="67" y="295"/>
                    <a:pt x="45" y="373"/>
                    <a:pt x="34" y="440"/>
                  </a:cubicBezTo>
                  <a:cubicBezTo>
                    <a:pt x="11" y="506"/>
                    <a:pt x="11" y="573"/>
                    <a:pt x="0" y="650"/>
                  </a:cubicBezTo>
                  <a:cubicBezTo>
                    <a:pt x="0" y="706"/>
                    <a:pt x="0" y="739"/>
                    <a:pt x="11" y="795"/>
                  </a:cubicBezTo>
                  <a:cubicBezTo>
                    <a:pt x="11" y="817"/>
                    <a:pt x="23" y="828"/>
                    <a:pt x="23" y="850"/>
                  </a:cubicBezTo>
                  <a:cubicBezTo>
                    <a:pt x="45" y="883"/>
                    <a:pt x="45" y="928"/>
                    <a:pt x="56" y="950"/>
                  </a:cubicBezTo>
                  <a:cubicBezTo>
                    <a:pt x="78" y="1017"/>
                    <a:pt x="156" y="1072"/>
                    <a:pt x="222" y="1072"/>
                  </a:cubicBezTo>
                  <a:cubicBezTo>
                    <a:pt x="234" y="1073"/>
                    <a:pt x="245" y="1074"/>
                    <a:pt x="255" y="1074"/>
                  </a:cubicBezTo>
                  <a:cubicBezTo>
                    <a:pt x="347" y="1074"/>
                    <a:pt x="404" y="1032"/>
                    <a:pt x="444" y="972"/>
                  </a:cubicBezTo>
                  <a:cubicBezTo>
                    <a:pt x="489" y="895"/>
                    <a:pt x="544" y="817"/>
                    <a:pt x="544" y="728"/>
                  </a:cubicBezTo>
                  <a:cubicBezTo>
                    <a:pt x="555" y="661"/>
                    <a:pt x="555" y="595"/>
                    <a:pt x="555" y="528"/>
                  </a:cubicBezTo>
                  <a:lnTo>
                    <a:pt x="555" y="373"/>
                  </a:lnTo>
                  <a:cubicBezTo>
                    <a:pt x="555" y="340"/>
                    <a:pt x="555" y="306"/>
                    <a:pt x="544" y="273"/>
                  </a:cubicBezTo>
                  <a:lnTo>
                    <a:pt x="544" y="218"/>
                  </a:lnTo>
                  <a:cubicBezTo>
                    <a:pt x="533" y="162"/>
                    <a:pt x="500" y="107"/>
                    <a:pt x="455" y="62"/>
                  </a:cubicBezTo>
                  <a:cubicBezTo>
                    <a:pt x="444" y="51"/>
                    <a:pt x="433" y="40"/>
                    <a:pt x="400" y="29"/>
                  </a:cubicBezTo>
                  <a:cubicBezTo>
                    <a:pt x="379" y="8"/>
                    <a:pt x="349" y="0"/>
                    <a:pt x="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2"/>
            <p:cNvSpPr/>
            <p:nvPr/>
          </p:nvSpPr>
          <p:spPr>
            <a:xfrm>
              <a:off x="6163025" y="3151750"/>
              <a:ext cx="9750" cy="25475"/>
            </a:xfrm>
            <a:custGeom>
              <a:avLst/>
              <a:gdLst/>
              <a:ahLst/>
              <a:cxnLst/>
              <a:rect l="l" t="t" r="r" b="b"/>
              <a:pathLst>
                <a:path w="390" h="1019" extrusionOk="0">
                  <a:moveTo>
                    <a:pt x="279" y="0"/>
                  </a:moveTo>
                  <a:cubicBezTo>
                    <a:pt x="246" y="0"/>
                    <a:pt x="217" y="13"/>
                    <a:pt x="200" y="38"/>
                  </a:cubicBezTo>
                  <a:cubicBezTo>
                    <a:pt x="167" y="60"/>
                    <a:pt x="156" y="104"/>
                    <a:pt x="123" y="126"/>
                  </a:cubicBezTo>
                  <a:cubicBezTo>
                    <a:pt x="101" y="171"/>
                    <a:pt x="89" y="215"/>
                    <a:pt x="67" y="260"/>
                  </a:cubicBezTo>
                  <a:cubicBezTo>
                    <a:pt x="56" y="326"/>
                    <a:pt x="34" y="393"/>
                    <a:pt x="12" y="482"/>
                  </a:cubicBezTo>
                  <a:cubicBezTo>
                    <a:pt x="12" y="515"/>
                    <a:pt x="1" y="548"/>
                    <a:pt x="1" y="593"/>
                  </a:cubicBezTo>
                  <a:lnTo>
                    <a:pt x="1" y="648"/>
                  </a:lnTo>
                  <a:cubicBezTo>
                    <a:pt x="1" y="681"/>
                    <a:pt x="1" y="715"/>
                    <a:pt x="12" y="759"/>
                  </a:cubicBezTo>
                  <a:cubicBezTo>
                    <a:pt x="23" y="826"/>
                    <a:pt x="45" y="892"/>
                    <a:pt x="67" y="959"/>
                  </a:cubicBezTo>
                  <a:cubicBezTo>
                    <a:pt x="88" y="999"/>
                    <a:pt x="129" y="1019"/>
                    <a:pt x="169" y="1019"/>
                  </a:cubicBezTo>
                  <a:cubicBezTo>
                    <a:pt x="218" y="1019"/>
                    <a:pt x="266" y="991"/>
                    <a:pt x="278" y="937"/>
                  </a:cubicBezTo>
                  <a:cubicBezTo>
                    <a:pt x="289" y="903"/>
                    <a:pt x="289" y="870"/>
                    <a:pt x="311" y="837"/>
                  </a:cubicBezTo>
                  <a:cubicBezTo>
                    <a:pt x="311" y="826"/>
                    <a:pt x="323" y="803"/>
                    <a:pt x="323" y="781"/>
                  </a:cubicBezTo>
                  <a:cubicBezTo>
                    <a:pt x="323" y="770"/>
                    <a:pt x="323" y="770"/>
                    <a:pt x="334" y="759"/>
                  </a:cubicBezTo>
                  <a:lnTo>
                    <a:pt x="334" y="737"/>
                  </a:lnTo>
                  <a:cubicBezTo>
                    <a:pt x="345" y="715"/>
                    <a:pt x="345" y="704"/>
                    <a:pt x="345" y="670"/>
                  </a:cubicBezTo>
                  <a:lnTo>
                    <a:pt x="345" y="604"/>
                  </a:lnTo>
                  <a:lnTo>
                    <a:pt x="345" y="548"/>
                  </a:lnTo>
                  <a:lnTo>
                    <a:pt x="345" y="537"/>
                  </a:lnTo>
                  <a:lnTo>
                    <a:pt x="345" y="515"/>
                  </a:lnTo>
                  <a:cubicBezTo>
                    <a:pt x="345" y="448"/>
                    <a:pt x="356" y="382"/>
                    <a:pt x="378" y="315"/>
                  </a:cubicBezTo>
                  <a:cubicBezTo>
                    <a:pt x="389" y="271"/>
                    <a:pt x="389" y="226"/>
                    <a:pt x="389" y="182"/>
                  </a:cubicBezTo>
                  <a:cubicBezTo>
                    <a:pt x="389" y="160"/>
                    <a:pt x="389" y="115"/>
                    <a:pt x="378" y="93"/>
                  </a:cubicBezTo>
                  <a:cubicBezTo>
                    <a:pt x="378" y="49"/>
                    <a:pt x="345" y="4"/>
                    <a:pt x="311" y="4"/>
                  </a:cubicBezTo>
                  <a:cubicBezTo>
                    <a:pt x="300" y="2"/>
                    <a:pt x="289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5715225" y="3052550"/>
              <a:ext cx="22775" cy="21675"/>
            </a:xfrm>
            <a:custGeom>
              <a:avLst/>
              <a:gdLst/>
              <a:ahLst/>
              <a:cxnLst/>
              <a:rect l="l" t="t" r="r" b="b"/>
              <a:pathLst>
                <a:path w="911" h="867" extrusionOk="0">
                  <a:moveTo>
                    <a:pt x="686" y="1"/>
                  </a:moveTo>
                  <a:cubicBezTo>
                    <a:pt x="669" y="1"/>
                    <a:pt x="651" y="4"/>
                    <a:pt x="633" y="10"/>
                  </a:cubicBezTo>
                  <a:cubicBezTo>
                    <a:pt x="578" y="22"/>
                    <a:pt x="522" y="33"/>
                    <a:pt x="478" y="66"/>
                  </a:cubicBezTo>
                  <a:cubicBezTo>
                    <a:pt x="422" y="99"/>
                    <a:pt x="378" y="155"/>
                    <a:pt x="334" y="210"/>
                  </a:cubicBezTo>
                  <a:cubicBezTo>
                    <a:pt x="311" y="255"/>
                    <a:pt x="278" y="288"/>
                    <a:pt x="245" y="321"/>
                  </a:cubicBezTo>
                  <a:lnTo>
                    <a:pt x="189" y="377"/>
                  </a:lnTo>
                  <a:cubicBezTo>
                    <a:pt x="145" y="421"/>
                    <a:pt x="112" y="477"/>
                    <a:pt x="101" y="532"/>
                  </a:cubicBezTo>
                  <a:cubicBezTo>
                    <a:pt x="101" y="554"/>
                    <a:pt x="89" y="554"/>
                    <a:pt x="89" y="565"/>
                  </a:cubicBezTo>
                  <a:cubicBezTo>
                    <a:pt x="89" y="576"/>
                    <a:pt x="78" y="576"/>
                    <a:pt x="78" y="588"/>
                  </a:cubicBezTo>
                  <a:cubicBezTo>
                    <a:pt x="78" y="588"/>
                    <a:pt x="78" y="588"/>
                    <a:pt x="78" y="588"/>
                  </a:cubicBezTo>
                  <a:lnTo>
                    <a:pt x="78" y="588"/>
                  </a:lnTo>
                  <a:cubicBezTo>
                    <a:pt x="78" y="594"/>
                    <a:pt x="65" y="610"/>
                    <a:pt x="64" y="610"/>
                  </a:cubicBezTo>
                  <a:cubicBezTo>
                    <a:pt x="63" y="610"/>
                    <a:pt x="66" y="604"/>
                    <a:pt x="78" y="588"/>
                  </a:cubicBezTo>
                  <a:lnTo>
                    <a:pt x="78" y="588"/>
                  </a:lnTo>
                  <a:cubicBezTo>
                    <a:pt x="34" y="643"/>
                    <a:pt x="1" y="710"/>
                    <a:pt x="34" y="765"/>
                  </a:cubicBezTo>
                  <a:cubicBezTo>
                    <a:pt x="54" y="816"/>
                    <a:pt x="121" y="866"/>
                    <a:pt x="183" y="866"/>
                  </a:cubicBezTo>
                  <a:cubicBezTo>
                    <a:pt x="189" y="866"/>
                    <a:pt x="195" y="866"/>
                    <a:pt x="200" y="865"/>
                  </a:cubicBezTo>
                  <a:cubicBezTo>
                    <a:pt x="245" y="854"/>
                    <a:pt x="300" y="854"/>
                    <a:pt x="334" y="843"/>
                  </a:cubicBezTo>
                  <a:cubicBezTo>
                    <a:pt x="378" y="843"/>
                    <a:pt x="411" y="843"/>
                    <a:pt x="445" y="821"/>
                  </a:cubicBezTo>
                  <a:cubicBezTo>
                    <a:pt x="500" y="809"/>
                    <a:pt x="544" y="765"/>
                    <a:pt x="589" y="743"/>
                  </a:cubicBezTo>
                  <a:cubicBezTo>
                    <a:pt x="600" y="732"/>
                    <a:pt x="633" y="710"/>
                    <a:pt x="644" y="698"/>
                  </a:cubicBezTo>
                  <a:cubicBezTo>
                    <a:pt x="667" y="643"/>
                    <a:pt x="711" y="610"/>
                    <a:pt x="744" y="565"/>
                  </a:cubicBezTo>
                  <a:cubicBezTo>
                    <a:pt x="800" y="499"/>
                    <a:pt x="866" y="421"/>
                    <a:pt x="877" y="343"/>
                  </a:cubicBezTo>
                  <a:cubicBezTo>
                    <a:pt x="911" y="255"/>
                    <a:pt x="877" y="188"/>
                    <a:pt x="855" y="121"/>
                  </a:cubicBezTo>
                  <a:cubicBezTo>
                    <a:pt x="820" y="50"/>
                    <a:pt x="756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5759625" y="2861125"/>
              <a:ext cx="21650" cy="20800"/>
            </a:xfrm>
            <a:custGeom>
              <a:avLst/>
              <a:gdLst/>
              <a:ahLst/>
              <a:cxnLst/>
              <a:rect l="l" t="t" r="r" b="b"/>
              <a:pathLst>
                <a:path w="866" h="832" extrusionOk="0">
                  <a:moveTo>
                    <a:pt x="723" y="0"/>
                  </a:moveTo>
                  <a:cubicBezTo>
                    <a:pt x="705" y="0"/>
                    <a:pt x="686" y="3"/>
                    <a:pt x="666" y="10"/>
                  </a:cubicBezTo>
                  <a:cubicBezTo>
                    <a:pt x="566" y="32"/>
                    <a:pt x="522" y="121"/>
                    <a:pt x="444" y="187"/>
                  </a:cubicBezTo>
                  <a:cubicBezTo>
                    <a:pt x="389" y="243"/>
                    <a:pt x="355" y="298"/>
                    <a:pt x="300" y="354"/>
                  </a:cubicBezTo>
                  <a:lnTo>
                    <a:pt x="211" y="443"/>
                  </a:lnTo>
                  <a:cubicBezTo>
                    <a:pt x="167" y="476"/>
                    <a:pt x="156" y="509"/>
                    <a:pt x="133" y="554"/>
                  </a:cubicBezTo>
                  <a:cubicBezTo>
                    <a:pt x="111" y="576"/>
                    <a:pt x="89" y="620"/>
                    <a:pt x="78" y="642"/>
                  </a:cubicBezTo>
                  <a:cubicBezTo>
                    <a:pt x="56" y="676"/>
                    <a:pt x="34" y="720"/>
                    <a:pt x="22" y="742"/>
                  </a:cubicBezTo>
                  <a:cubicBezTo>
                    <a:pt x="0" y="787"/>
                    <a:pt x="45" y="831"/>
                    <a:pt x="89" y="831"/>
                  </a:cubicBezTo>
                  <a:cubicBezTo>
                    <a:pt x="133" y="831"/>
                    <a:pt x="167" y="809"/>
                    <a:pt x="200" y="798"/>
                  </a:cubicBezTo>
                  <a:cubicBezTo>
                    <a:pt x="244" y="787"/>
                    <a:pt x="278" y="753"/>
                    <a:pt x="322" y="742"/>
                  </a:cubicBezTo>
                  <a:cubicBezTo>
                    <a:pt x="378" y="720"/>
                    <a:pt x="422" y="698"/>
                    <a:pt x="466" y="665"/>
                  </a:cubicBezTo>
                  <a:cubicBezTo>
                    <a:pt x="500" y="642"/>
                    <a:pt x="533" y="609"/>
                    <a:pt x="555" y="576"/>
                  </a:cubicBezTo>
                  <a:cubicBezTo>
                    <a:pt x="611" y="509"/>
                    <a:pt x="688" y="443"/>
                    <a:pt x="744" y="365"/>
                  </a:cubicBezTo>
                  <a:cubicBezTo>
                    <a:pt x="799" y="298"/>
                    <a:pt x="866" y="221"/>
                    <a:pt x="844" y="121"/>
                  </a:cubicBezTo>
                  <a:cubicBezTo>
                    <a:pt x="844" y="50"/>
                    <a:pt x="794" y="0"/>
                    <a:pt x="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5859225" y="2883275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566" y="1"/>
                  </a:moveTo>
                  <a:cubicBezTo>
                    <a:pt x="511" y="1"/>
                    <a:pt x="467" y="23"/>
                    <a:pt x="433" y="56"/>
                  </a:cubicBezTo>
                  <a:cubicBezTo>
                    <a:pt x="422" y="67"/>
                    <a:pt x="400" y="78"/>
                    <a:pt x="389" y="78"/>
                  </a:cubicBezTo>
                  <a:cubicBezTo>
                    <a:pt x="367" y="112"/>
                    <a:pt x="322" y="134"/>
                    <a:pt x="289" y="167"/>
                  </a:cubicBezTo>
                  <a:cubicBezTo>
                    <a:pt x="267" y="189"/>
                    <a:pt x="222" y="200"/>
                    <a:pt x="189" y="245"/>
                  </a:cubicBezTo>
                  <a:cubicBezTo>
                    <a:pt x="167" y="289"/>
                    <a:pt x="134" y="311"/>
                    <a:pt x="111" y="356"/>
                  </a:cubicBezTo>
                  <a:cubicBezTo>
                    <a:pt x="67" y="411"/>
                    <a:pt x="45" y="456"/>
                    <a:pt x="34" y="522"/>
                  </a:cubicBezTo>
                  <a:lnTo>
                    <a:pt x="34" y="611"/>
                  </a:lnTo>
                  <a:cubicBezTo>
                    <a:pt x="34" y="633"/>
                    <a:pt x="12" y="644"/>
                    <a:pt x="12" y="678"/>
                  </a:cubicBezTo>
                  <a:cubicBezTo>
                    <a:pt x="0" y="744"/>
                    <a:pt x="34" y="811"/>
                    <a:pt x="89" y="855"/>
                  </a:cubicBezTo>
                  <a:cubicBezTo>
                    <a:pt x="117" y="877"/>
                    <a:pt x="150" y="888"/>
                    <a:pt x="185" y="888"/>
                  </a:cubicBezTo>
                  <a:cubicBezTo>
                    <a:pt x="220" y="888"/>
                    <a:pt x="256" y="877"/>
                    <a:pt x="289" y="855"/>
                  </a:cubicBezTo>
                  <a:cubicBezTo>
                    <a:pt x="322" y="844"/>
                    <a:pt x="344" y="833"/>
                    <a:pt x="378" y="800"/>
                  </a:cubicBezTo>
                  <a:cubicBezTo>
                    <a:pt x="389" y="800"/>
                    <a:pt x="422" y="789"/>
                    <a:pt x="433" y="789"/>
                  </a:cubicBezTo>
                  <a:cubicBezTo>
                    <a:pt x="533" y="777"/>
                    <a:pt x="566" y="733"/>
                    <a:pt x="611" y="678"/>
                  </a:cubicBezTo>
                  <a:cubicBezTo>
                    <a:pt x="644" y="633"/>
                    <a:pt x="655" y="611"/>
                    <a:pt x="677" y="567"/>
                  </a:cubicBezTo>
                  <a:cubicBezTo>
                    <a:pt x="711" y="511"/>
                    <a:pt x="733" y="456"/>
                    <a:pt x="755" y="400"/>
                  </a:cubicBezTo>
                  <a:cubicBezTo>
                    <a:pt x="766" y="367"/>
                    <a:pt x="777" y="334"/>
                    <a:pt x="788" y="300"/>
                  </a:cubicBezTo>
                  <a:cubicBezTo>
                    <a:pt x="822" y="234"/>
                    <a:pt x="822" y="145"/>
                    <a:pt x="766" y="89"/>
                  </a:cubicBezTo>
                  <a:lnTo>
                    <a:pt x="766" y="78"/>
                  </a:lnTo>
                  <a:cubicBezTo>
                    <a:pt x="755" y="34"/>
                    <a:pt x="711" y="12"/>
                    <a:pt x="666" y="12"/>
                  </a:cubicBezTo>
                  <a:lnTo>
                    <a:pt x="653" y="12"/>
                  </a:lnTo>
                  <a:cubicBezTo>
                    <a:pt x="624" y="5"/>
                    <a:pt x="595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6002175" y="2932125"/>
              <a:ext cx="23000" cy="30500"/>
            </a:xfrm>
            <a:custGeom>
              <a:avLst/>
              <a:gdLst/>
              <a:ahLst/>
              <a:cxnLst/>
              <a:rect l="l" t="t" r="r" b="b"/>
              <a:pathLst>
                <a:path w="920" h="1220" extrusionOk="0">
                  <a:moveTo>
                    <a:pt x="750" y="0"/>
                  </a:moveTo>
                  <a:cubicBezTo>
                    <a:pt x="734" y="0"/>
                    <a:pt x="716" y="3"/>
                    <a:pt x="697" y="11"/>
                  </a:cubicBezTo>
                  <a:cubicBezTo>
                    <a:pt x="653" y="22"/>
                    <a:pt x="597" y="55"/>
                    <a:pt x="553" y="78"/>
                  </a:cubicBezTo>
                  <a:cubicBezTo>
                    <a:pt x="486" y="122"/>
                    <a:pt x="442" y="189"/>
                    <a:pt x="397" y="244"/>
                  </a:cubicBezTo>
                  <a:cubicBezTo>
                    <a:pt x="342" y="333"/>
                    <a:pt x="309" y="410"/>
                    <a:pt x="253" y="488"/>
                  </a:cubicBezTo>
                  <a:cubicBezTo>
                    <a:pt x="198" y="566"/>
                    <a:pt x="153" y="655"/>
                    <a:pt x="120" y="732"/>
                  </a:cubicBezTo>
                  <a:cubicBezTo>
                    <a:pt x="109" y="777"/>
                    <a:pt x="98" y="821"/>
                    <a:pt x="87" y="877"/>
                  </a:cubicBezTo>
                  <a:cubicBezTo>
                    <a:pt x="87" y="888"/>
                    <a:pt x="87" y="899"/>
                    <a:pt x="64" y="910"/>
                  </a:cubicBezTo>
                  <a:lnTo>
                    <a:pt x="31" y="1054"/>
                  </a:lnTo>
                  <a:cubicBezTo>
                    <a:pt x="0" y="1148"/>
                    <a:pt x="94" y="1219"/>
                    <a:pt x="184" y="1219"/>
                  </a:cubicBezTo>
                  <a:cubicBezTo>
                    <a:pt x="222" y="1219"/>
                    <a:pt x="260" y="1206"/>
                    <a:pt x="286" y="1176"/>
                  </a:cubicBezTo>
                  <a:cubicBezTo>
                    <a:pt x="331" y="1132"/>
                    <a:pt x="375" y="1076"/>
                    <a:pt x="431" y="1043"/>
                  </a:cubicBezTo>
                  <a:cubicBezTo>
                    <a:pt x="442" y="1010"/>
                    <a:pt x="486" y="999"/>
                    <a:pt x="508" y="954"/>
                  </a:cubicBezTo>
                  <a:cubicBezTo>
                    <a:pt x="542" y="910"/>
                    <a:pt x="564" y="888"/>
                    <a:pt x="608" y="843"/>
                  </a:cubicBezTo>
                  <a:cubicBezTo>
                    <a:pt x="664" y="777"/>
                    <a:pt x="708" y="688"/>
                    <a:pt x="753" y="621"/>
                  </a:cubicBezTo>
                  <a:cubicBezTo>
                    <a:pt x="786" y="555"/>
                    <a:pt x="819" y="499"/>
                    <a:pt x="864" y="433"/>
                  </a:cubicBezTo>
                  <a:cubicBezTo>
                    <a:pt x="886" y="377"/>
                    <a:pt x="919" y="322"/>
                    <a:pt x="919" y="244"/>
                  </a:cubicBezTo>
                  <a:cubicBezTo>
                    <a:pt x="919" y="222"/>
                    <a:pt x="919" y="177"/>
                    <a:pt x="897" y="155"/>
                  </a:cubicBezTo>
                  <a:cubicBezTo>
                    <a:pt x="888" y="81"/>
                    <a:pt x="832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2"/>
            <p:cNvSpPr/>
            <p:nvPr/>
          </p:nvSpPr>
          <p:spPr>
            <a:xfrm>
              <a:off x="5866150" y="3047550"/>
              <a:ext cx="21400" cy="28850"/>
            </a:xfrm>
            <a:custGeom>
              <a:avLst/>
              <a:gdLst/>
              <a:ahLst/>
              <a:cxnLst/>
              <a:rect l="l" t="t" r="r" b="b"/>
              <a:pathLst>
                <a:path w="856" h="1154" extrusionOk="0">
                  <a:moveTo>
                    <a:pt x="728" y="0"/>
                  </a:moveTo>
                  <a:cubicBezTo>
                    <a:pt x="708" y="0"/>
                    <a:pt x="687" y="4"/>
                    <a:pt x="667" y="11"/>
                  </a:cubicBezTo>
                  <a:cubicBezTo>
                    <a:pt x="600" y="44"/>
                    <a:pt x="556" y="88"/>
                    <a:pt x="511" y="144"/>
                  </a:cubicBezTo>
                  <a:lnTo>
                    <a:pt x="434" y="266"/>
                  </a:lnTo>
                  <a:cubicBezTo>
                    <a:pt x="378" y="344"/>
                    <a:pt x="323" y="432"/>
                    <a:pt x="267" y="521"/>
                  </a:cubicBezTo>
                  <a:cubicBezTo>
                    <a:pt x="234" y="577"/>
                    <a:pt x="178" y="621"/>
                    <a:pt x="167" y="688"/>
                  </a:cubicBezTo>
                  <a:lnTo>
                    <a:pt x="167" y="721"/>
                  </a:lnTo>
                  <a:lnTo>
                    <a:pt x="167" y="732"/>
                  </a:lnTo>
                  <a:cubicBezTo>
                    <a:pt x="156" y="765"/>
                    <a:pt x="145" y="788"/>
                    <a:pt x="123" y="799"/>
                  </a:cubicBezTo>
                  <a:cubicBezTo>
                    <a:pt x="101" y="843"/>
                    <a:pt x="67" y="887"/>
                    <a:pt x="56" y="932"/>
                  </a:cubicBezTo>
                  <a:cubicBezTo>
                    <a:pt x="34" y="987"/>
                    <a:pt x="1" y="1009"/>
                    <a:pt x="1" y="1076"/>
                  </a:cubicBezTo>
                  <a:cubicBezTo>
                    <a:pt x="1" y="1120"/>
                    <a:pt x="45" y="1154"/>
                    <a:pt x="90" y="1154"/>
                  </a:cubicBezTo>
                  <a:cubicBezTo>
                    <a:pt x="190" y="1132"/>
                    <a:pt x="289" y="1043"/>
                    <a:pt x="389" y="965"/>
                  </a:cubicBezTo>
                  <a:cubicBezTo>
                    <a:pt x="400" y="954"/>
                    <a:pt x="434" y="943"/>
                    <a:pt x="445" y="910"/>
                  </a:cubicBezTo>
                  <a:cubicBezTo>
                    <a:pt x="456" y="910"/>
                    <a:pt x="456" y="898"/>
                    <a:pt x="489" y="898"/>
                  </a:cubicBezTo>
                  <a:cubicBezTo>
                    <a:pt x="545" y="843"/>
                    <a:pt x="589" y="765"/>
                    <a:pt x="622" y="710"/>
                  </a:cubicBezTo>
                  <a:cubicBezTo>
                    <a:pt x="700" y="621"/>
                    <a:pt x="733" y="532"/>
                    <a:pt x="778" y="432"/>
                  </a:cubicBezTo>
                  <a:cubicBezTo>
                    <a:pt x="811" y="377"/>
                    <a:pt x="833" y="310"/>
                    <a:pt x="844" y="255"/>
                  </a:cubicBezTo>
                  <a:cubicBezTo>
                    <a:pt x="855" y="177"/>
                    <a:pt x="855" y="122"/>
                    <a:pt x="833" y="66"/>
                  </a:cubicBezTo>
                  <a:cubicBezTo>
                    <a:pt x="818" y="20"/>
                    <a:pt x="775" y="0"/>
                    <a:pt x="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2"/>
            <p:cNvSpPr/>
            <p:nvPr/>
          </p:nvSpPr>
          <p:spPr>
            <a:xfrm>
              <a:off x="5621725" y="2802750"/>
              <a:ext cx="22225" cy="27950"/>
            </a:xfrm>
            <a:custGeom>
              <a:avLst/>
              <a:gdLst/>
              <a:ahLst/>
              <a:cxnLst/>
              <a:rect l="l" t="t" r="r" b="b"/>
              <a:pathLst>
                <a:path w="889" h="1118" extrusionOk="0">
                  <a:moveTo>
                    <a:pt x="774" y="1"/>
                  </a:moveTo>
                  <a:cubicBezTo>
                    <a:pt x="760" y="1"/>
                    <a:pt x="746" y="5"/>
                    <a:pt x="733" y="14"/>
                  </a:cubicBezTo>
                  <a:cubicBezTo>
                    <a:pt x="711" y="25"/>
                    <a:pt x="689" y="37"/>
                    <a:pt x="666" y="48"/>
                  </a:cubicBezTo>
                  <a:lnTo>
                    <a:pt x="733" y="37"/>
                  </a:lnTo>
                  <a:lnTo>
                    <a:pt x="733" y="37"/>
                  </a:lnTo>
                  <a:cubicBezTo>
                    <a:pt x="666" y="48"/>
                    <a:pt x="622" y="81"/>
                    <a:pt x="567" y="125"/>
                  </a:cubicBezTo>
                  <a:cubicBezTo>
                    <a:pt x="500" y="147"/>
                    <a:pt x="445" y="181"/>
                    <a:pt x="400" y="236"/>
                  </a:cubicBezTo>
                  <a:cubicBezTo>
                    <a:pt x="334" y="314"/>
                    <a:pt x="278" y="403"/>
                    <a:pt x="223" y="480"/>
                  </a:cubicBezTo>
                  <a:lnTo>
                    <a:pt x="189" y="514"/>
                  </a:lnTo>
                  <a:cubicBezTo>
                    <a:pt x="134" y="569"/>
                    <a:pt x="112" y="625"/>
                    <a:pt x="78" y="691"/>
                  </a:cubicBezTo>
                  <a:cubicBezTo>
                    <a:pt x="67" y="747"/>
                    <a:pt x="45" y="802"/>
                    <a:pt x="23" y="858"/>
                  </a:cubicBezTo>
                  <a:cubicBezTo>
                    <a:pt x="1" y="935"/>
                    <a:pt x="45" y="1035"/>
                    <a:pt x="112" y="1080"/>
                  </a:cubicBezTo>
                  <a:cubicBezTo>
                    <a:pt x="147" y="1103"/>
                    <a:pt x="194" y="1117"/>
                    <a:pt x="241" y="1117"/>
                  </a:cubicBezTo>
                  <a:cubicBezTo>
                    <a:pt x="283" y="1117"/>
                    <a:pt x="324" y="1106"/>
                    <a:pt x="356" y="1080"/>
                  </a:cubicBezTo>
                  <a:cubicBezTo>
                    <a:pt x="400" y="1046"/>
                    <a:pt x="433" y="1035"/>
                    <a:pt x="467" y="1013"/>
                  </a:cubicBezTo>
                  <a:cubicBezTo>
                    <a:pt x="522" y="924"/>
                    <a:pt x="578" y="869"/>
                    <a:pt x="633" y="802"/>
                  </a:cubicBezTo>
                  <a:cubicBezTo>
                    <a:pt x="689" y="736"/>
                    <a:pt x="733" y="669"/>
                    <a:pt x="777" y="591"/>
                  </a:cubicBezTo>
                  <a:cubicBezTo>
                    <a:pt x="800" y="558"/>
                    <a:pt x="822" y="525"/>
                    <a:pt x="833" y="480"/>
                  </a:cubicBezTo>
                  <a:cubicBezTo>
                    <a:pt x="855" y="425"/>
                    <a:pt x="888" y="392"/>
                    <a:pt x="888" y="325"/>
                  </a:cubicBezTo>
                  <a:cubicBezTo>
                    <a:pt x="888" y="303"/>
                    <a:pt x="888" y="258"/>
                    <a:pt x="877" y="247"/>
                  </a:cubicBezTo>
                  <a:lnTo>
                    <a:pt x="877" y="236"/>
                  </a:lnTo>
                  <a:lnTo>
                    <a:pt x="877" y="192"/>
                  </a:lnTo>
                  <a:cubicBezTo>
                    <a:pt x="877" y="136"/>
                    <a:pt x="844" y="92"/>
                    <a:pt x="844" y="48"/>
                  </a:cubicBezTo>
                  <a:cubicBezTo>
                    <a:pt x="836" y="24"/>
                    <a:pt x="806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2"/>
            <p:cNvSpPr/>
            <p:nvPr/>
          </p:nvSpPr>
          <p:spPr>
            <a:xfrm>
              <a:off x="5650900" y="2964125"/>
              <a:ext cx="22175" cy="27250"/>
            </a:xfrm>
            <a:custGeom>
              <a:avLst/>
              <a:gdLst/>
              <a:ahLst/>
              <a:cxnLst/>
              <a:rect l="l" t="t" r="r" b="b"/>
              <a:pathLst>
                <a:path w="887" h="1090" extrusionOk="0">
                  <a:moveTo>
                    <a:pt x="718" y="1"/>
                  </a:moveTo>
                  <a:cubicBezTo>
                    <a:pt x="673" y="1"/>
                    <a:pt x="629" y="17"/>
                    <a:pt x="598" y="52"/>
                  </a:cubicBezTo>
                  <a:lnTo>
                    <a:pt x="432" y="218"/>
                  </a:lnTo>
                  <a:cubicBezTo>
                    <a:pt x="354" y="285"/>
                    <a:pt x="321" y="373"/>
                    <a:pt x="276" y="440"/>
                  </a:cubicBezTo>
                  <a:cubicBezTo>
                    <a:pt x="232" y="507"/>
                    <a:pt x="188" y="562"/>
                    <a:pt x="154" y="629"/>
                  </a:cubicBezTo>
                  <a:cubicBezTo>
                    <a:pt x="110" y="706"/>
                    <a:pt x="54" y="784"/>
                    <a:pt x="54" y="873"/>
                  </a:cubicBezTo>
                  <a:lnTo>
                    <a:pt x="10" y="995"/>
                  </a:lnTo>
                  <a:cubicBezTo>
                    <a:pt x="1" y="1050"/>
                    <a:pt x="37" y="1089"/>
                    <a:pt x="93" y="1089"/>
                  </a:cubicBezTo>
                  <a:cubicBezTo>
                    <a:pt x="105" y="1089"/>
                    <a:pt x="118" y="1088"/>
                    <a:pt x="132" y="1084"/>
                  </a:cubicBezTo>
                  <a:cubicBezTo>
                    <a:pt x="188" y="1073"/>
                    <a:pt x="243" y="1050"/>
                    <a:pt x="299" y="1039"/>
                  </a:cubicBezTo>
                  <a:cubicBezTo>
                    <a:pt x="354" y="1017"/>
                    <a:pt x="398" y="1006"/>
                    <a:pt x="454" y="962"/>
                  </a:cubicBezTo>
                  <a:cubicBezTo>
                    <a:pt x="487" y="939"/>
                    <a:pt x="509" y="906"/>
                    <a:pt x="554" y="884"/>
                  </a:cubicBezTo>
                  <a:cubicBezTo>
                    <a:pt x="598" y="817"/>
                    <a:pt x="665" y="740"/>
                    <a:pt x="720" y="662"/>
                  </a:cubicBezTo>
                  <a:cubicBezTo>
                    <a:pt x="776" y="573"/>
                    <a:pt x="831" y="496"/>
                    <a:pt x="853" y="407"/>
                  </a:cubicBezTo>
                  <a:cubicBezTo>
                    <a:pt x="887" y="329"/>
                    <a:pt x="887" y="229"/>
                    <a:pt x="887" y="151"/>
                  </a:cubicBezTo>
                  <a:cubicBezTo>
                    <a:pt x="887" y="57"/>
                    <a:pt x="80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2"/>
            <p:cNvSpPr/>
            <p:nvPr/>
          </p:nvSpPr>
          <p:spPr>
            <a:xfrm>
              <a:off x="5807350" y="3112275"/>
              <a:ext cx="12775" cy="22775"/>
            </a:xfrm>
            <a:custGeom>
              <a:avLst/>
              <a:gdLst/>
              <a:ahLst/>
              <a:cxnLst/>
              <a:rect l="l" t="t" r="r" b="b"/>
              <a:pathLst>
                <a:path w="511" h="911" extrusionOk="0">
                  <a:moveTo>
                    <a:pt x="410" y="0"/>
                  </a:moveTo>
                  <a:cubicBezTo>
                    <a:pt x="381" y="0"/>
                    <a:pt x="348" y="28"/>
                    <a:pt x="322" y="63"/>
                  </a:cubicBezTo>
                  <a:cubicBezTo>
                    <a:pt x="255" y="174"/>
                    <a:pt x="189" y="263"/>
                    <a:pt x="122" y="374"/>
                  </a:cubicBezTo>
                  <a:cubicBezTo>
                    <a:pt x="78" y="429"/>
                    <a:pt x="45" y="507"/>
                    <a:pt x="33" y="573"/>
                  </a:cubicBezTo>
                  <a:cubicBezTo>
                    <a:pt x="22" y="596"/>
                    <a:pt x="11" y="629"/>
                    <a:pt x="11" y="651"/>
                  </a:cubicBezTo>
                  <a:cubicBezTo>
                    <a:pt x="0" y="707"/>
                    <a:pt x="11" y="762"/>
                    <a:pt x="22" y="807"/>
                  </a:cubicBezTo>
                  <a:cubicBezTo>
                    <a:pt x="37" y="866"/>
                    <a:pt x="101" y="910"/>
                    <a:pt x="165" y="910"/>
                  </a:cubicBezTo>
                  <a:cubicBezTo>
                    <a:pt x="197" y="910"/>
                    <a:pt x="230" y="899"/>
                    <a:pt x="255" y="873"/>
                  </a:cubicBezTo>
                  <a:cubicBezTo>
                    <a:pt x="311" y="851"/>
                    <a:pt x="355" y="818"/>
                    <a:pt x="389" y="773"/>
                  </a:cubicBezTo>
                  <a:cubicBezTo>
                    <a:pt x="411" y="729"/>
                    <a:pt x="411" y="684"/>
                    <a:pt x="422" y="640"/>
                  </a:cubicBezTo>
                  <a:cubicBezTo>
                    <a:pt x="433" y="618"/>
                    <a:pt x="433" y="585"/>
                    <a:pt x="455" y="562"/>
                  </a:cubicBezTo>
                  <a:cubicBezTo>
                    <a:pt x="466" y="518"/>
                    <a:pt x="466" y="474"/>
                    <a:pt x="466" y="440"/>
                  </a:cubicBezTo>
                  <a:cubicBezTo>
                    <a:pt x="477" y="329"/>
                    <a:pt x="500" y="196"/>
                    <a:pt x="511" y="85"/>
                  </a:cubicBezTo>
                  <a:cubicBezTo>
                    <a:pt x="511" y="52"/>
                    <a:pt x="466" y="19"/>
                    <a:pt x="433" y="7"/>
                  </a:cubicBezTo>
                  <a:cubicBezTo>
                    <a:pt x="426" y="3"/>
                    <a:pt x="41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2"/>
            <p:cNvSpPr/>
            <p:nvPr/>
          </p:nvSpPr>
          <p:spPr>
            <a:xfrm>
              <a:off x="6058700" y="3063825"/>
              <a:ext cx="13350" cy="24025"/>
            </a:xfrm>
            <a:custGeom>
              <a:avLst/>
              <a:gdLst/>
              <a:ahLst/>
              <a:cxnLst/>
              <a:rect l="l" t="t" r="r" b="b"/>
              <a:pathLst>
                <a:path w="534" h="961" extrusionOk="0">
                  <a:moveTo>
                    <a:pt x="332" y="0"/>
                  </a:moveTo>
                  <a:cubicBezTo>
                    <a:pt x="304" y="0"/>
                    <a:pt x="274" y="8"/>
                    <a:pt x="245" y="26"/>
                  </a:cubicBezTo>
                  <a:cubicBezTo>
                    <a:pt x="223" y="37"/>
                    <a:pt x="190" y="70"/>
                    <a:pt x="167" y="92"/>
                  </a:cubicBezTo>
                  <a:cubicBezTo>
                    <a:pt x="123" y="137"/>
                    <a:pt x="112" y="181"/>
                    <a:pt x="101" y="236"/>
                  </a:cubicBezTo>
                  <a:cubicBezTo>
                    <a:pt x="79" y="292"/>
                    <a:pt x="67" y="336"/>
                    <a:pt x="56" y="392"/>
                  </a:cubicBezTo>
                  <a:cubicBezTo>
                    <a:pt x="45" y="447"/>
                    <a:pt x="23" y="481"/>
                    <a:pt x="23" y="536"/>
                  </a:cubicBezTo>
                  <a:cubicBezTo>
                    <a:pt x="23" y="569"/>
                    <a:pt x="12" y="580"/>
                    <a:pt x="12" y="614"/>
                  </a:cubicBezTo>
                  <a:cubicBezTo>
                    <a:pt x="1" y="680"/>
                    <a:pt x="12" y="747"/>
                    <a:pt x="56" y="813"/>
                  </a:cubicBezTo>
                  <a:lnTo>
                    <a:pt x="67" y="836"/>
                  </a:lnTo>
                  <a:cubicBezTo>
                    <a:pt x="101" y="902"/>
                    <a:pt x="134" y="947"/>
                    <a:pt x="212" y="958"/>
                  </a:cubicBezTo>
                  <a:cubicBezTo>
                    <a:pt x="223" y="960"/>
                    <a:pt x="234" y="961"/>
                    <a:pt x="244" y="961"/>
                  </a:cubicBezTo>
                  <a:cubicBezTo>
                    <a:pt x="297" y="961"/>
                    <a:pt x="341" y="937"/>
                    <a:pt x="378" y="891"/>
                  </a:cubicBezTo>
                  <a:cubicBezTo>
                    <a:pt x="389" y="858"/>
                    <a:pt x="400" y="847"/>
                    <a:pt x="400" y="836"/>
                  </a:cubicBezTo>
                  <a:lnTo>
                    <a:pt x="445" y="791"/>
                  </a:lnTo>
                  <a:cubicBezTo>
                    <a:pt x="467" y="769"/>
                    <a:pt x="489" y="725"/>
                    <a:pt x="489" y="680"/>
                  </a:cubicBezTo>
                  <a:cubicBezTo>
                    <a:pt x="489" y="658"/>
                    <a:pt x="500" y="636"/>
                    <a:pt x="500" y="614"/>
                  </a:cubicBezTo>
                  <a:cubicBezTo>
                    <a:pt x="511" y="536"/>
                    <a:pt x="511" y="469"/>
                    <a:pt x="522" y="414"/>
                  </a:cubicBezTo>
                  <a:cubicBezTo>
                    <a:pt x="522" y="358"/>
                    <a:pt x="522" y="325"/>
                    <a:pt x="534" y="259"/>
                  </a:cubicBezTo>
                  <a:cubicBezTo>
                    <a:pt x="534" y="225"/>
                    <a:pt x="534" y="192"/>
                    <a:pt x="522" y="148"/>
                  </a:cubicBezTo>
                  <a:cubicBezTo>
                    <a:pt x="511" y="125"/>
                    <a:pt x="500" y="103"/>
                    <a:pt x="467" y="70"/>
                  </a:cubicBezTo>
                  <a:cubicBezTo>
                    <a:pt x="445" y="32"/>
                    <a:pt x="392" y="0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2"/>
            <p:cNvSpPr/>
            <p:nvPr/>
          </p:nvSpPr>
          <p:spPr>
            <a:xfrm>
              <a:off x="6229625" y="3020150"/>
              <a:ext cx="8075" cy="19400"/>
            </a:xfrm>
            <a:custGeom>
              <a:avLst/>
              <a:gdLst/>
              <a:ahLst/>
              <a:cxnLst/>
              <a:rect l="l" t="t" r="r" b="b"/>
              <a:pathLst>
                <a:path w="323" h="776" extrusionOk="0">
                  <a:moveTo>
                    <a:pt x="191" y="1"/>
                  </a:moveTo>
                  <a:cubicBezTo>
                    <a:pt x="164" y="1"/>
                    <a:pt x="138" y="15"/>
                    <a:pt x="122" y="41"/>
                  </a:cubicBezTo>
                  <a:lnTo>
                    <a:pt x="89" y="97"/>
                  </a:lnTo>
                  <a:cubicBezTo>
                    <a:pt x="67" y="119"/>
                    <a:pt x="56" y="152"/>
                    <a:pt x="56" y="197"/>
                  </a:cubicBezTo>
                  <a:cubicBezTo>
                    <a:pt x="45" y="252"/>
                    <a:pt x="34" y="285"/>
                    <a:pt x="11" y="341"/>
                  </a:cubicBezTo>
                  <a:cubicBezTo>
                    <a:pt x="0" y="396"/>
                    <a:pt x="11" y="452"/>
                    <a:pt x="11" y="530"/>
                  </a:cubicBezTo>
                  <a:lnTo>
                    <a:pt x="11" y="607"/>
                  </a:lnTo>
                  <a:cubicBezTo>
                    <a:pt x="11" y="641"/>
                    <a:pt x="34" y="674"/>
                    <a:pt x="34" y="707"/>
                  </a:cubicBezTo>
                  <a:cubicBezTo>
                    <a:pt x="46" y="750"/>
                    <a:pt x="88" y="776"/>
                    <a:pt x="131" y="776"/>
                  </a:cubicBezTo>
                  <a:cubicBezTo>
                    <a:pt x="166" y="776"/>
                    <a:pt x="202" y="758"/>
                    <a:pt x="222" y="718"/>
                  </a:cubicBezTo>
                  <a:cubicBezTo>
                    <a:pt x="267" y="696"/>
                    <a:pt x="278" y="663"/>
                    <a:pt x="278" y="641"/>
                  </a:cubicBezTo>
                  <a:cubicBezTo>
                    <a:pt x="278" y="607"/>
                    <a:pt x="289" y="585"/>
                    <a:pt x="289" y="552"/>
                  </a:cubicBezTo>
                  <a:cubicBezTo>
                    <a:pt x="300" y="496"/>
                    <a:pt x="322" y="430"/>
                    <a:pt x="322" y="374"/>
                  </a:cubicBezTo>
                  <a:cubicBezTo>
                    <a:pt x="322" y="319"/>
                    <a:pt x="322" y="274"/>
                    <a:pt x="311" y="219"/>
                  </a:cubicBezTo>
                  <a:cubicBezTo>
                    <a:pt x="311" y="197"/>
                    <a:pt x="311" y="152"/>
                    <a:pt x="289" y="119"/>
                  </a:cubicBezTo>
                  <a:cubicBezTo>
                    <a:pt x="278" y="97"/>
                    <a:pt x="278" y="86"/>
                    <a:pt x="267" y="52"/>
                  </a:cubicBezTo>
                  <a:cubicBezTo>
                    <a:pt x="249" y="18"/>
                    <a:pt x="22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2"/>
            <p:cNvSpPr/>
            <p:nvPr/>
          </p:nvSpPr>
          <p:spPr>
            <a:xfrm>
              <a:off x="5799400" y="2927700"/>
              <a:ext cx="17125" cy="21850"/>
            </a:xfrm>
            <a:custGeom>
              <a:avLst/>
              <a:gdLst/>
              <a:ahLst/>
              <a:cxnLst/>
              <a:rect l="l" t="t" r="r" b="b"/>
              <a:pathLst>
                <a:path w="685" h="874" extrusionOk="0">
                  <a:moveTo>
                    <a:pt x="584" y="0"/>
                  </a:moveTo>
                  <a:cubicBezTo>
                    <a:pt x="557" y="0"/>
                    <a:pt x="529" y="10"/>
                    <a:pt x="507" y="33"/>
                  </a:cubicBezTo>
                  <a:cubicBezTo>
                    <a:pt x="485" y="66"/>
                    <a:pt x="451" y="77"/>
                    <a:pt x="429" y="110"/>
                  </a:cubicBezTo>
                  <a:lnTo>
                    <a:pt x="385" y="144"/>
                  </a:lnTo>
                  <a:cubicBezTo>
                    <a:pt x="374" y="166"/>
                    <a:pt x="351" y="188"/>
                    <a:pt x="340" y="199"/>
                  </a:cubicBezTo>
                  <a:cubicBezTo>
                    <a:pt x="329" y="232"/>
                    <a:pt x="296" y="255"/>
                    <a:pt x="285" y="288"/>
                  </a:cubicBezTo>
                  <a:lnTo>
                    <a:pt x="274" y="299"/>
                  </a:lnTo>
                  <a:cubicBezTo>
                    <a:pt x="263" y="310"/>
                    <a:pt x="263" y="332"/>
                    <a:pt x="240" y="343"/>
                  </a:cubicBezTo>
                  <a:cubicBezTo>
                    <a:pt x="218" y="366"/>
                    <a:pt x="207" y="399"/>
                    <a:pt x="174" y="421"/>
                  </a:cubicBezTo>
                  <a:cubicBezTo>
                    <a:pt x="163" y="454"/>
                    <a:pt x="129" y="465"/>
                    <a:pt x="118" y="499"/>
                  </a:cubicBezTo>
                  <a:lnTo>
                    <a:pt x="74" y="576"/>
                  </a:lnTo>
                  <a:cubicBezTo>
                    <a:pt x="74" y="587"/>
                    <a:pt x="63" y="610"/>
                    <a:pt x="63" y="621"/>
                  </a:cubicBezTo>
                  <a:cubicBezTo>
                    <a:pt x="52" y="632"/>
                    <a:pt x="52" y="643"/>
                    <a:pt x="52" y="676"/>
                  </a:cubicBezTo>
                  <a:cubicBezTo>
                    <a:pt x="41" y="698"/>
                    <a:pt x="41" y="732"/>
                    <a:pt x="19" y="754"/>
                  </a:cubicBezTo>
                  <a:cubicBezTo>
                    <a:pt x="0" y="818"/>
                    <a:pt x="49" y="874"/>
                    <a:pt x="110" y="874"/>
                  </a:cubicBezTo>
                  <a:cubicBezTo>
                    <a:pt x="124" y="874"/>
                    <a:pt x="138" y="871"/>
                    <a:pt x="152" y="865"/>
                  </a:cubicBezTo>
                  <a:cubicBezTo>
                    <a:pt x="229" y="843"/>
                    <a:pt x="296" y="809"/>
                    <a:pt x="374" y="776"/>
                  </a:cubicBezTo>
                  <a:cubicBezTo>
                    <a:pt x="440" y="743"/>
                    <a:pt x="485" y="698"/>
                    <a:pt x="507" y="643"/>
                  </a:cubicBezTo>
                  <a:cubicBezTo>
                    <a:pt x="540" y="621"/>
                    <a:pt x="551" y="576"/>
                    <a:pt x="562" y="554"/>
                  </a:cubicBezTo>
                  <a:cubicBezTo>
                    <a:pt x="607" y="476"/>
                    <a:pt x="629" y="421"/>
                    <a:pt x="662" y="354"/>
                  </a:cubicBezTo>
                  <a:cubicBezTo>
                    <a:pt x="673" y="310"/>
                    <a:pt x="684" y="288"/>
                    <a:pt x="684" y="243"/>
                  </a:cubicBezTo>
                  <a:lnTo>
                    <a:pt x="684" y="199"/>
                  </a:lnTo>
                  <a:lnTo>
                    <a:pt x="684" y="88"/>
                  </a:lnTo>
                  <a:cubicBezTo>
                    <a:pt x="684" y="37"/>
                    <a:pt x="636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2"/>
            <p:cNvSpPr/>
            <p:nvPr/>
          </p:nvSpPr>
          <p:spPr>
            <a:xfrm>
              <a:off x="5609525" y="2898125"/>
              <a:ext cx="11125" cy="13575"/>
            </a:xfrm>
            <a:custGeom>
              <a:avLst/>
              <a:gdLst/>
              <a:ahLst/>
              <a:cxnLst/>
              <a:rect l="l" t="t" r="r" b="b"/>
              <a:pathLst>
                <a:path w="445" h="543" extrusionOk="0">
                  <a:moveTo>
                    <a:pt x="336" y="1"/>
                  </a:moveTo>
                  <a:cubicBezTo>
                    <a:pt x="317" y="1"/>
                    <a:pt x="300" y="6"/>
                    <a:pt x="278" y="6"/>
                  </a:cubicBezTo>
                  <a:cubicBezTo>
                    <a:pt x="222" y="28"/>
                    <a:pt x="178" y="61"/>
                    <a:pt x="156" y="106"/>
                  </a:cubicBezTo>
                  <a:cubicBezTo>
                    <a:pt x="145" y="117"/>
                    <a:pt x="122" y="117"/>
                    <a:pt x="122" y="139"/>
                  </a:cubicBezTo>
                  <a:cubicBezTo>
                    <a:pt x="100" y="161"/>
                    <a:pt x="89" y="195"/>
                    <a:pt x="67" y="217"/>
                  </a:cubicBezTo>
                  <a:cubicBezTo>
                    <a:pt x="67" y="217"/>
                    <a:pt x="67" y="228"/>
                    <a:pt x="56" y="228"/>
                  </a:cubicBezTo>
                  <a:cubicBezTo>
                    <a:pt x="34" y="306"/>
                    <a:pt x="11" y="372"/>
                    <a:pt x="0" y="439"/>
                  </a:cubicBezTo>
                  <a:cubicBezTo>
                    <a:pt x="0" y="461"/>
                    <a:pt x="11" y="483"/>
                    <a:pt x="11" y="494"/>
                  </a:cubicBezTo>
                  <a:cubicBezTo>
                    <a:pt x="23" y="527"/>
                    <a:pt x="56" y="539"/>
                    <a:pt x="89" y="539"/>
                  </a:cubicBezTo>
                  <a:cubicBezTo>
                    <a:pt x="103" y="541"/>
                    <a:pt x="115" y="543"/>
                    <a:pt x="127" y="543"/>
                  </a:cubicBezTo>
                  <a:cubicBezTo>
                    <a:pt x="162" y="543"/>
                    <a:pt x="189" y="530"/>
                    <a:pt x="222" y="505"/>
                  </a:cubicBezTo>
                  <a:cubicBezTo>
                    <a:pt x="256" y="483"/>
                    <a:pt x="267" y="461"/>
                    <a:pt x="289" y="428"/>
                  </a:cubicBezTo>
                  <a:cubicBezTo>
                    <a:pt x="322" y="405"/>
                    <a:pt x="333" y="383"/>
                    <a:pt x="344" y="361"/>
                  </a:cubicBezTo>
                  <a:cubicBezTo>
                    <a:pt x="378" y="328"/>
                    <a:pt x="400" y="294"/>
                    <a:pt x="422" y="250"/>
                  </a:cubicBezTo>
                  <a:cubicBezTo>
                    <a:pt x="422" y="228"/>
                    <a:pt x="422" y="217"/>
                    <a:pt x="433" y="206"/>
                  </a:cubicBezTo>
                  <a:cubicBezTo>
                    <a:pt x="433" y="195"/>
                    <a:pt x="433" y="183"/>
                    <a:pt x="444" y="161"/>
                  </a:cubicBezTo>
                  <a:lnTo>
                    <a:pt x="444" y="150"/>
                  </a:lnTo>
                  <a:cubicBezTo>
                    <a:pt x="444" y="106"/>
                    <a:pt x="444" y="84"/>
                    <a:pt x="433" y="50"/>
                  </a:cubicBezTo>
                  <a:cubicBezTo>
                    <a:pt x="422" y="28"/>
                    <a:pt x="389" y="6"/>
                    <a:pt x="367" y="6"/>
                  </a:cubicBezTo>
                  <a:cubicBezTo>
                    <a:pt x="355" y="2"/>
                    <a:pt x="346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2"/>
            <p:cNvSpPr/>
            <p:nvPr/>
          </p:nvSpPr>
          <p:spPr>
            <a:xfrm>
              <a:off x="5953275" y="3025450"/>
              <a:ext cx="8350" cy="13600"/>
            </a:xfrm>
            <a:custGeom>
              <a:avLst/>
              <a:gdLst/>
              <a:ahLst/>
              <a:cxnLst/>
              <a:rect l="l" t="t" r="r" b="b"/>
              <a:pathLst>
                <a:path w="334" h="544" extrusionOk="0">
                  <a:moveTo>
                    <a:pt x="263" y="1"/>
                  </a:moveTo>
                  <a:cubicBezTo>
                    <a:pt x="243" y="1"/>
                    <a:pt x="224" y="9"/>
                    <a:pt x="212" y="29"/>
                  </a:cubicBezTo>
                  <a:cubicBezTo>
                    <a:pt x="167" y="85"/>
                    <a:pt x="123" y="118"/>
                    <a:pt x="78" y="173"/>
                  </a:cubicBezTo>
                  <a:lnTo>
                    <a:pt x="34" y="218"/>
                  </a:lnTo>
                  <a:cubicBezTo>
                    <a:pt x="23" y="229"/>
                    <a:pt x="23" y="262"/>
                    <a:pt x="23" y="273"/>
                  </a:cubicBezTo>
                  <a:cubicBezTo>
                    <a:pt x="23" y="284"/>
                    <a:pt x="12" y="306"/>
                    <a:pt x="12" y="329"/>
                  </a:cubicBezTo>
                  <a:cubicBezTo>
                    <a:pt x="1" y="362"/>
                    <a:pt x="1" y="384"/>
                    <a:pt x="1" y="417"/>
                  </a:cubicBezTo>
                  <a:cubicBezTo>
                    <a:pt x="1" y="473"/>
                    <a:pt x="45" y="528"/>
                    <a:pt x="101" y="540"/>
                  </a:cubicBezTo>
                  <a:cubicBezTo>
                    <a:pt x="114" y="542"/>
                    <a:pt x="127" y="544"/>
                    <a:pt x="141" y="544"/>
                  </a:cubicBezTo>
                  <a:cubicBezTo>
                    <a:pt x="186" y="544"/>
                    <a:pt x="233" y="529"/>
                    <a:pt x="267" y="495"/>
                  </a:cubicBezTo>
                  <a:cubicBezTo>
                    <a:pt x="267" y="473"/>
                    <a:pt x="278" y="451"/>
                    <a:pt x="289" y="429"/>
                  </a:cubicBezTo>
                  <a:cubicBezTo>
                    <a:pt x="289" y="406"/>
                    <a:pt x="300" y="395"/>
                    <a:pt x="300" y="373"/>
                  </a:cubicBezTo>
                  <a:cubicBezTo>
                    <a:pt x="311" y="362"/>
                    <a:pt x="311" y="329"/>
                    <a:pt x="334" y="318"/>
                  </a:cubicBezTo>
                  <a:lnTo>
                    <a:pt x="334" y="262"/>
                  </a:lnTo>
                  <a:lnTo>
                    <a:pt x="334" y="62"/>
                  </a:lnTo>
                  <a:cubicBezTo>
                    <a:pt x="334" y="27"/>
                    <a:pt x="297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2"/>
            <p:cNvSpPr/>
            <p:nvPr/>
          </p:nvSpPr>
          <p:spPr>
            <a:xfrm>
              <a:off x="5620625" y="2807800"/>
              <a:ext cx="459200" cy="161250"/>
            </a:xfrm>
            <a:custGeom>
              <a:avLst/>
              <a:gdLst/>
              <a:ahLst/>
              <a:cxnLst/>
              <a:rect l="l" t="t" r="r" b="b"/>
              <a:pathLst>
                <a:path w="18368" h="6450" extrusionOk="0">
                  <a:moveTo>
                    <a:pt x="1016" y="0"/>
                  </a:moveTo>
                  <a:cubicBezTo>
                    <a:pt x="873" y="0"/>
                    <a:pt x="730" y="11"/>
                    <a:pt x="588" y="34"/>
                  </a:cubicBezTo>
                  <a:cubicBezTo>
                    <a:pt x="400" y="56"/>
                    <a:pt x="200" y="134"/>
                    <a:pt x="122" y="301"/>
                  </a:cubicBezTo>
                  <a:cubicBezTo>
                    <a:pt x="0" y="611"/>
                    <a:pt x="444" y="867"/>
                    <a:pt x="677" y="989"/>
                  </a:cubicBezTo>
                  <a:cubicBezTo>
                    <a:pt x="2364" y="1932"/>
                    <a:pt x="4206" y="2631"/>
                    <a:pt x="5993" y="3330"/>
                  </a:cubicBezTo>
                  <a:cubicBezTo>
                    <a:pt x="8424" y="4274"/>
                    <a:pt x="10876" y="5106"/>
                    <a:pt x="13418" y="5716"/>
                  </a:cubicBezTo>
                  <a:cubicBezTo>
                    <a:pt x="14239" y="5927"/>
                    <a:pt x="15049" y="6094"/>
                    <a:pt x="15881" y="6249"/>
                  </a:cubicBezTo>
                  <a:cubicBezTo>
                    <a:pt x="16225" y="6318"/>
                    <a:pt x="16641" y="6449"/>
                    <a:pt x="17026" y="6449"/>
                  </a:cubicBezTo>
                  <a:cubicBezTo>
                    <a:pt x="17202" y="6449"/>
                    <a:pt x="17371" y="6422"/>
                    <a:pt x="17524" y="6349"/>
                  </a:cubicBezTo>
                  <a:cubicBezTo>
                    <a:pt x="18367" y="5916"/>
                    <a:pt x="16969" y="5195"/>
                    <a:pt x="16625" y="5051"/>
                  </a:cubicBezTo>
                  <a:cubicBezTo>
                    <a:pt x="16603" y="5039"/>
                    <a:pt x="16581" y="5039"/>
                    <a:pt x="16569" y="5028"/>
                  </a:cubicBezTo>
                  <a:cubicBezTo>
                    <a:pt x="11975" y="3131"/>
                    <a:pt x="7170" y="1488"/>
                    <a:pt x="2175" y="167"/>
                  </a:cubicBezTo>
                  <a:cubicBezTo>
                    <a:pt x="1801" y="78"/>
                    <a:pt x="1409" y="0"/>
                    <a:pt x="1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2"/>
            <p:cNvSpPr/>
            <p:nvPr/>
          </p:nvSpPr>
          <p:spPr>
            <a:xfrm>
              <a:off x="6089775" y="2960000"/>
              <a:ext cx="151250" cy="55250"/>
            </a:xfrm>
            <a:custGeom>
              <a:avLst/>
              <a:gdLst/>
              <a:ahLst/>
              <a:cxnLst/>
              <a:rect l="l" t="t" r="r" b="b"/>
              <a:pathLst>
                <a:path w="6050" h="2210" extrusionOk="0">
                  <a:moveTo>
                    <a:pt x="1120" y="1"/>
                  </a:moveTo>
                  <a:cubicBezTo>
                    <a:pt x="970" y="1"/>
                    <a:pt x="814" y="20"/>
                    <a:pt x="689" y="95"/>
                  </a:cubicBezTo>
                  <a:cubicBezTo>
                    <a:pt x="1" y="483"/>
                    <a:pt x="911" y="1038"/>
                    <a:pt x="1244" y="1182"/>
                  </a:cubicBezTo>
                  <a:cubicBezTo>
                    <a:pt x="2320" y="1670"/>
                    <a:pt x="3541" y="2070"/>
                    <a:pt x="4740" y="2203"/>
                  </a:cubicBezTo>
                  <a:cubicBezTo>
                    <a:pt x="4792" y="2207"/>
                    <a:pt x="4847" y="2210"/>
                    <a:pt x="4902" y="2210"/>
                  </a:cubicBezTo>
                  <a:cubicBezTo>
                    <a:pt x="4998" y="2210"/>
                    <a:pt x="5096" y="2202"/>
                    <a:pt x="5195" y="2181"/>
                  </a:cubicBezTo>
                  <a:cubicBezTo>
                    <a:pt x="6049" y="1992"/>
                    <a:pt x="5361" y="1326"/>
                    <a:pt x="4973" y="1104"/>
                  </a:cubicBezTo>
                  <a:cubicBezTo>
                    <a:pt x="4695" y="949"/>
                    <a:pt x="4385" y="805"/>
                    <a:pt x="4085" y="683"/>
                  </a:cubicBezTo>
                  <a:cubicBezTo>
                    <a:pt x="3186" y="328"/>
                    <a:pt x="2187" y="95"/>
                    <a:pt x="1266" y="6"/>
                  </a:cubicBezTo>
                  <a:cubicBezTo>
                    <a:pt x="1219" y="3"/>
                    <a:pt x="1170" y="1"/>
                    <a:pt x="1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3"/>
          <p:cNvSpPr txBox="1">
            <a:spLocks noGrp="1"/>
          </p:cNvSpPr>
          <p:nvPr>
            <p:ph type="subTitle" idx="1"/>
          </p:nvPr>
        </p:nvSpPr>
        <p:spPr>
          <a:xfrm>
            <a:off x="4729115" y="1878225"/>
            <a:ext cx="3372900" cy="19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3"/>
          <p:cNvSpPr txBox="1">
            <a:spLocks noGrp="1"/>
          </p:cNvSpPr>
          <p:nvPr>
            <p:ph type="subTitle" idx="2"/>
          </p:nvPr>
        </p:nvSpPr>
        <p:spPr>
          <a:xfrm>
            <a:off x="1041975" y="1878225"/>
            <a:ext cx="3372900" cy="19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3"/>
          <p:cNvSpPr/>
          <p:nvPr/>
        </p:nvSpPr>
        <p:spPr>
          <a:xfrm>
            <a:off x="6616726" y="4415224"/>
            <a:ext cx="3194136" cy="930447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-78375" y="0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43"/>
          <p:cNvGrpSpPr/>
          <p:nvPr/>
        </p:nvGrpSpPr>
        <p:grpSpPr>
          <a:xfrm>
            <a:off x="-1195808" y="1061007"/>
            <a:ext cx="10957258" cy="4370991"/>
            <a:chOff x="-1195808" y="1061007"/>
            <a:chExt cx="10957258" cy="4370991"/>
          </a:xfrm>
        </p:grpSpPr>
        <p:grpSp>
          <p:nvGrpSpPr>
            <p:cNvPr id="330" name="Google Shape;330;p43"/>
            <p:cNvGrpSpPr/>
            <p:nvPr/>
          </p:nvGrpSpPr>
          <p:grpSpPr>
            <a:xfrm rot="4034852">
              <a:off x="-844207" y="2605584"/>
              <a:ext cx="1331775" cy="1648166"/>
              <a:chOff x="3961475" y="3551375"/>
              <a:chExt cx="373750" cy="462525"/>
            </a:xfrm>
          </p:grpSpPr>
          <p:sp>
            <p:nvSpPr>
              <p:cNvPr id="331" name="Google Shape;331;p43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43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43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43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43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43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43"/>
            <p:cNvGrpSpPr/>
            <p:nvPr/>
          </p:nvGrpSpPr>
          <p:grpSpPr>
            <a:xfrm rot="-5221876">
              <a:off x="8774530" y="1025947"/>
              <a:ext cx="903215" cy="1025221"/>
              <a:chOff x="3932350" y="2919350"/>
              <a:chExt cx="324625" cy="368475"/>
            </a:xfrm>
          </p:grpSpPr>
          <p:sp>
            <p:nvSpPr>
              <p:cNvPr id="338" name="Google Shape;338;p43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43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43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43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" name="Google Shape;342;p43"/>
            <p:cNvGrpSpPr/>
            <p:nvPr/>
          </p:nvGrpSpPr>
          <p:grpSpPr>
            <a:xfrm>
              <a:off x="6038599" y="4406790"/>
              <a:ext cx="903204" cy="1025208"/>
              <a:chOff x="3932350" y="2919350"/>
              <a:chExt cx="324625" cy="368475"/>
            </a:xfrm>
          </p:grpSpPr>
          <p:sp>
            <p:nvSpPr>
              <p:cNvPr id="343" name="Google Shape;343;p43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43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43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43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7" name="Google Shape;347;p43"/>
          <p:cNvGrpSpPr/>
          <p:nvPr/>
        </p:nvGrpSpPr>
        <p:grpSpPr>
          <a:xfrm>
            <a:off x="-211800" y="-72614"/>
            <a:ext cx="8829467" cy="5005665"/>
            <a:chOff x="-211800" y="-72614"/>
            <a:chExt cx="8829467" cy="5005665"/>
          </a:xfrm>
        </p:grpSpPr>
        <p:grpSp>
          <p:nvGrpSpPr>
            <p:cNvPr id="348" name="Google Shape;348;p43"/>
            <p:cNvGrpSpPr/>
            <p:nvPr/>
          </p:nvGrpSpPr>
          <p:grpSpPr>
            <a:xfrm>
              <a:off x="-211800" y="3778900"/>
              <a:ext cx="1050975" cy="1154151"/>
              <a:chOff x="7946500" y="4129225"/>
              <a:chExt cx="1050975" cy="1154151"/>
            </a:xfrm>
          </p:grpSpPr>
          <p:sp>
            <p:nvSpPr>
              <p:cNvPr id="349" name="Google Shape;349;p43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43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43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43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43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43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43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43"/>
            <p:cNvGrpSpPr/>
            <p:nvPr/>
          </p:nvGrpSpPr>
          <p:grpSpPr>
            <a:xfrm>
              <a:off x="7624811" y="-72614"/>
              <a:ext cx="992856" cy="1090327"/>
              <a:chOff x="7946500" y="4129225"/>
              <a:chExt cx="1050975" cy="1154151"/>
            </a:xfrm>
          </p:grpSpPr>
          <p:sp>
            <p:nvSpPr>
              <p:cNvPr id="357" name="Google Shape;357;p43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43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43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3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3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3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3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4" name="Google Shape;364;p43"/>
          <p:cNvGrpSpPr/>
          <p:nvPr/>
        </p:nvGrpSpPr>
        <p:grpSpPr>
          <a:xfrm rot="1975559" flipH="1">
            <a:off x="7658141" y="3998483"/>
            <a:ext cx="1850647" cy="892157"/>
            <a:chOff x="5356775" y="3618225"/>
            <a:chExt cx="822375" cy="396425"/>
          </a:xfrm>
        </p:grpSpPr>
        <p:sp>
          <p:nvSpPr>
            <p:cNvPr id="365" name="Google Shape;365;p43"/>
            <p:cNvSpPr/>
            <p:nvPr/>
          </p:nvSpPr>
          <p:spPr>
            <a:xfrm>
              <a:off x="5863875" y="3618225"/>
              <a:ext cx="219550" cy="166875"/>
            </a:xfrm>
            <a:custGeom>
              <a:avLst/>
              <a:gdLst/>
              <a:ahLst/>
              <a:cxnLst/>
              <a:rect l="l" t="t" r="r" b="b"/>
              <a:pathLst>
                <a:path w="8782" h="6675" extrusionOk="0">
                  <a:moveTo>
                    <a:pt x="8247" y="0"/>
                  </a:moveTo>
                  <a:cubicBezTo>
                    <a:pt x="8202" y="0"/>
                    <a:pt x="8158" y="4"/>
                    <a:pt x="8116" y="12"/>
                  </a:cubicBezTo>
                  <a:cubicBezTo>
                    <a:pt x="7694" y="68"/>
                    <a:pt x="7294" y="267"/>
                    <a:pt x="6928" y="511"/>
                  </a:cubicBezTo>
                  <a:cubicBezTo>
                    <a:pt x="5863" y="1188"/>
                    <a:pt x="4931" y="2021"/>
                    <a:pt x="4032" y="2886"/>
                  </a:cubicBezTo>
                  <a:cubicBezTo>
                    <a:pt x="3244" y="3652"/>
                    <a:pt x="2478" y="4451"/>
                    <a:pt x="1679" y="5195"/>
                  </a:cubicBezTo>
                  <a:cubicBezTo>
                    <a:pt x="1257" y="5572"/>
                    <a:pt x="824" y="5938"/>
                    <a:pt x="380" y="6293"/>
                  </a:cubicBezTo>
                  <a:cubicBezTo>
                    <a:pt x="0" y="6580"/>
                    <a:pt x="47" y="6674"/>
                    <a:pt x="244" y="6674"/>
                  </a:cubicBezTo>
                  <a:cubicBezTo>
                    <a:pt x="397" y="6674"/>
                    <a:pt x="642" y="6617"/>
                    <a:pt x="847" y="6549"/>
                  </a:cubicBezTo>
                  <a:cubicBezTo>
                    <a:pt x="2988" y="5850"/>
                    <a:pt x="4986" y="4740"/>
                    <a:pt x="6740" y="3308"/>
                  </a:cubicBezTo>
                  <a:cubicBezTo>
                    <a:pt x="7572" y="2609"/>
                    <a:pt x="8393" y="1799"/>
                    <a:pt x="8693" y="756"/>
                  </a:cubicBezTo>
                  <a:cubicBezTo>
                    <a:pt x="8748" y="545"/>
                    <a:pt x="8782" y="312"/>
                    <a:pt x="8637" y="145"/>
                  </a:cubicBezTo>
                  <a:cubicBezTo>
                    <a:pt x="8544" y="43"/>
                    <a:pt x="8393" y="0"/>
                    <a:pt x="8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5916925" y="3643750"/>
              <a:ext cx="137925" cy="111575"/>
            </a:xfrm>
            <a:custGeom>
              <a:avLst/>
              <a:gdLst/>
              <a:ahLst/>
              <a:cxnLst/>
              <a:rect l="l" t="t" r="r" b="b"/>
              <a:pathLst>
                <a:path w="5517" h="4463" fill="none" extrusionOk="0">
                  <a:moveTo>
                    <a:pt x="5517" y="1"/>
                  </a:moveTo>
                  <a:cubicBezTo>
                    <a:pt x="4107" y="1621"/>
                    <a:pt x="1832" y="3341"/>
                    <a:pt x="1" y="4462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5851700" y="3677500"/>
              <a:ext cx="89125" cy="115400"/>
            </a:xfrm>
            <a:custGeom>
              <a:avLst/>
              <a:gdLst/>
              <a:ahLst/>
              <a:cxnLst/>
              <a:rect l="l" t="t" r="r" b="b"/>
              <a:pathLst>
                <a:path w="3565" h="4616" extrusionOk="0">
                  <a:moveTo>
                    <a:pt x="3317" y="1"/>
                  </a:moveTo>
                  <a:cubicBezTo>
                    <a:pt x="3265" y="1"/>
                    <a:pt x="3212" y="15"/>
                    <a:pt x="3165" y="38"/>
                  </a:cubicBezTo>
                  <a:cubicBezTo>
                    <a:pt x="2954" y="138"/>
                    <a:pt x="2787" y="305"/>
                    <a:pt x="2632" y="471"/>
                  </a:cubicBezTo>
                  <a:cubicBezTo>
                    <a:pt x="2188" y="970"/>
                    <a:pt x="1844" y="1536"/>
                    <a:pt x="1489" y="2114"/>
                  </a:cubicBezTo>
                  <a:cubicBezTo>
                    <a:pt x="1200" y="2613"/>
                    <a:pt x="923" y="3146"/>
                    <a:pt x="623" y="3645"/>
                  </a:cubicBezTo>
                  <a:cubicBezTo>
                    <a:pt x="468" y="3889"/>
                    <a:pt x="301" y="4144"/>
                    <a:pt x="124" y="4389"/>
                  </a:cubicBezTo>
                  <a:cubicBezTo>
                    <a:pt x="1" y="4558"/>
                    <a:pt x="6" y="4616"/>
                    <a:pt x="68" y="4616"/>
                  </a:cubicBezTo>
                  <a:cubicBezTo>
                    <a:pt x="139" y="4616"/>
                    <a:pt x="288" y="4538"/>
                    <a:pt x="401" y="4466"/>
                  </a:cubicBezTo>
                  <a:cubicBezTo>
                    <a:pt x="1400" y="3778"/>
                    <a:pt x="2255" y="2924"/>
                    <a:pt x="2932" y="1936"/>
                  </a:cubicBezTo>
                  <a:cubicBezTo>
                    <a:pt x="3265" y="1470"/>
                    <a:pt x="3564" y="926"/>
                    <a:pt x="3564" y="338"/>
                  </a:cubicBezTo>
                  <a:cubicBezTo>
                    <a:pt x="3564" y="227"/>
                    <a:pt x="3542" y="94"/>
                    <a:pt x="3453" y="38"/>
                  </a:cubicBezTo>
                  <a:cubicBezTo>
                    <a:pt x="3411" y="12"/>
                    <a:pt x="3364" y="1"/>
                    <a:pt x="3317" y="1"/>
                  </a:cubicBezTo>
                  <a:close/>
                </a:path>
              </a:pathLst>
            </a:custGeom>
            <a:solidFill>
              <a:srgbClr val="62A3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5874475" y="3692875"/>
              <a:ext cx="54125" cy="77700"/>
            </a:xfrm>
            <a:custGeom>
              <a:avLst/>
              <a:gdLst/>
              <a:ahLst/>
              <a:cxnLst/>
              <a:rect l="l" t="t" r="r" b="b"/>
              <a:pathLst>
                <a:path w="2165" h="3108" fill="none" extrusionOk="0">
                  <a:moveTo>
                    <a:pt x="2165" y="0"/>
                  </a:moveTo>
                  <a:cubicBezTo>
                    <a:pt x="1677" y="1043"/>
                    <a:pt x="767" y="2264"/>
                    <a:pt x="1" y="310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3"/>
            <p:cNvSpPr/>
            <p:nvPr/>
          </p:nvSpPr>
          <p:spPr>
            <a:xfrm>
              <a:off x="5864775" y="3683350"/>
              <a:ext cx="314375" cy="119050"/>
            </a:xfrm>
            <a:custGeom>
              <a:avLst/>
              <a:gdLst/>
              <a:ahLst/>
              <a:cxnLst/>
              <a:rect l="l" t="t" r="r" b="b"/>
              <a:pathLst>
                <a:path w="12575" h="4762" extrusionOk="0">
                  <a:moveTo>
                    <a:pt x="10528" y="1"/>
                  </a:moveTo>
                  <a:cubicBezTo>
                    <a:pt x="9707" y="1"/>
                    <a:pt x="8871" y="183"/>
                    <a:pt x="8080" y="415"/>
                  </a:cubicBezTo>
                  <a:cubicBezTo>
                    <a:pt x="5472" y="1158"/>
                    <a:pt x="2986" y="2401"/>
                    <a:pt x="822" y="4032"/>
                  </a:cubicBezTo>
                  <a:cubicBezTo>
                    <a:pt x="436" y="4310"/>
                    <a:pt x="0" y="4762"/>
                    <a:pt x="367" y="4762"/>
                  </a:cubicBezTo>
                  <a:cubicBezTo>
                    <a:pt x="454" y="4762"/>
                    <a:pt x="587" y="4736"/>
                    <a:pt x="777" y="4676"/>
                  </a:cubicBezTo>
                  <a:cubicBezTo>
                    <a:pt x="1432" y="4465"/>
                    <a:pt x="2098" y="4299"/>
                    <a:pt x="2764" y="4143"/>
                  </a:cubicBezTo>
                  <a:cubicBezTo>
                    <a:pt x="4051" y="3855"/>
                    <a:pt x="5372" y="3644"/>
                    <a:pt x="6670" y="3378"/>
                  </a:cubicBezTo>
                  <a:cubicBezTo>
                    <a:pt x="8135" y="3078"/>
                    <a:pt x="9600" y="2712"/>
                    <a:pt x="10987" y="2135"/>
                  </a:cubicBezTo>
                  <a:cubicBezTo>
                    <a:pt x="11476" y="1924"/>
                    <a:pt x="11942" y="1691"/>
                    <a:pt x="12297" y="1302"/>
                  </a:cubicBezTo>
                  <a:cubicBezTo>
                    <a:pt x="12441" y="1136"/>
                    <a:pt x="12574" y="914"/>
                    <a:pt x="12519" y="692"/>
                  </a:cubicBezTo>
                  <a:cubicBezTo>
                    <a:pt x="12452" y="437"/>
                    <a:pt x="12175" y="304"/>
                    <a:pt x="11942" y="215"/>
                  </a:cubicBezTo>
                  <a:cubicBezTo>
                    <a:pt x="11483" y="63"/>
                    <a:pt x="11008" y="1"/>
                    <a:pt x="10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3"/>
            <p:cNvSpPr/>
            <p:nvPr/>
          </p:nvSpPr>
          <p:spPr>
            <a:xfrm>
              <a:off x="5933850" y="3710350"/>
              <a:ext cx="205350" cy="60225"/>
            </a:xfrm>
            <a:custGeom>
              <a:avLst/>
              <a:gdLst/>
              <a:ahLst/>
              <a:cxnLst/>
              <a:rect l="l" t="t" r="r" b="b"/>
              <a:pathLst>
                <a:path w="8214" h="2409" fill="none" extrusionOk="0">
                  <a:moveTo>
                    <a:pt x="8213" y="0"/>
                  </a:moveTo>
                  <a:cubicBezTo>
                    <a:pt x="5627" y="289"/>
                    <a:pt x="2354" y="1377"/>
                    <a:pt x="1" y="2409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3"/>
            <p:cNvSpPr/>
            <p:nvPr/>
          </p:nvSpPr>
          <p:spPr>
            <a:xfrm>
              <a:off x="5845350" y="3783000"/>
              <a:ext cx="247225" cy="51225"/>
            </a:xfrm>
            <a:custGeom>
              <a:avLst/>
              <a:gdLst/>
              <a:ahLst/>
              <a:cxnLst/>
              <a:rect l="l" t="t" r="r" b="b"/>
              <a:pathLst>
                <a:path w="9889" h="2049" extrusionOk="0">
                  <a:moveTo>
                    <a:pt x="5297" y="0"/>
                  </a:moveTo>
                  <a:cubicBezTo>
                    <a:pt x="3828" y="0"/>
                    <a:pt x="2365" y="202"/>
                    <a:pt x="955" y="601"/>
                  </a:cubicBezTo>
                  <a:cubicBezTo>
                    <a:pt x="544" y="712"/>
                    <a:pt x="1" y="979"/>
                    <a:pt x="744" y="1012"/>
                  </a:cubicBezTo>
                  <a:cubicBezTo>
                    <a:pt x="1244" y="1045"/>
                    <a:pt x="1754" y="1112"/>
                    <a:pt x="2242" y="1190"/>
                  </a:cubicBezTo>
                  <a:cubicBezTo>
                    <a:pt x="3219" y="1334"/>
                    <a:pt x="4162" y="1545"/>
                    <a:pt x="5128" y="1711"/>
                  </a:cubicBezTo>
                  <a:cubicBezTo>
                    <a:pt x="6106" y="1903"/>
                    <a:pt x="7112" y="2049"/>
                    <a:pt x="8120" y="2049"/>
                  </a:cubicBezTo>
                  <a:cubicBezTo>
                    <a:pt x="8222" y="2049"/>
                    <a:pt x="8323" y="2047"/>
                    <a:pt x="8424" y="2044"/>
                  </a:cubicBezTo>
                  <a:cubicBezTo>
                    <a:pt x="8812" y="2033"/>
                    <a:pt x="9201" y="2000"/>
                    <a:pt x="9545" y="1822"/>
                  </a:cubicBezTo>
                  <a:cubicBezTo>
                    <a:pt x="9700" y="1756"/>
                    <a:pt x="9833" y="1633"/>
                    <a:pt x="9867" y="1467"/>
                  </a:cubicBezTo>
                  <a:cubicBezTo>
                    <a:pt x="9889" y="1267"/>
                    <a:pt x="9733" y="1112"/>
                    <a:pt x="9600" y="990"/>
                  </a:cubicBezTo>
                  <a:cubicBezTo>
                    <a:pt x="8846" y="379"/>
                    <a:pt x="7858" y="169"/>
                    <a:pt x="6892" y="80"/>
                  </a:cubicBezTo>
                  <a:cubicBezTo>
                    <a:pt x="6362" y="27"/>
                    <a:pt x="5829" y="0"/>
                    <a:pt x="5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3"/>
            <p:cNvSpPr/>
            <p:nvPr/>
          </p:nvSpPr>
          <p:spPr>
            <a:xfrm>
              <a:off x="5905825" y="3800250"/>
              <a:ext cx="157075" cy="15825"/>
            </a:xfrm>
            <a:custGeom>
              <a:avLst/>
              <a:gdLst/>
              <a:ahLst/>
              <a:cxnLst/>
              <a:rect l="l" t="t" r="r" b="b"/>
              <a:pathLst>
                <a:path w="6283" h="633" fill="none" extrusionOk="0">
                  <a:moveTo>
                    <a:pt x="6282" y="633"/>
                  </a:moveTo>
                  <a:cubicBezTo>
                    <a:pt x="4440" y="133"/>
                    <a:pt x="1910" y="0"/>
                    <a:pt x="1" y="7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3"/>
            <p:cNvSpPr/>
            <p:nvPr/>
          </p:nvSpPr>
          <p:spPr>
            <a:xfrm>
              <a:off x="5356775" y="3736425"/>
              <a:ext cx="554900" cy="278225"/>
            </a:xfrm>
            <a:custGeom>
              <a:avLst/>
              <a:gdLst/>
              <a:ahLst/>
              <a:cxnLst/>
              <a:rect l="l" t="t" r="r" b="b"/>
              <a:pathLst>
                <a:path w="22196" h="11129" extrusionOk="0">
                  <a:moveTo>
                    <a:pt x="18664" y="1"/>
                  </a:moveTo>
                  <a:cubicBezTo>
                    <a:pt x="18001" y="1"/>
                    <a:pt x="17313" y="208"/>
                    <a:pt x="16669" y="445"/>
                  </a:cubicBezTo>
                  <a:cubicBezTo>
                    <a:pt x="13895" y="1421"/>
                    <a:pt x="11198" y="2631"/>
                    <a:pt x="8601" y="4007"/>
                  </a:cubicBezTo>
                  <a:cubicBezTo>
                    <a:pt x="6226" y="5250"/>
                    <a:pt x="3563" y="6560"/>
                    <a:pt x="1465" y="8235"/>
                  </a:cubicBezTo>
                  <a:cubicBezTo>
                    <a:pt x="655" y="8901"/>
                    <a:pt x="0" y="10100"/>
                    <a:pt x="1054" y="10899"/>
                  </a:cubicBezTo>
                  <a:cubicBezTo>
                    <a:pt x="1266" y="11057"/>
                    <a:pt x="1738" y="11129"/>
                    <a:pt x="2403" y="11129"/>
                  </a:cubicBezTo>
                  <a:cubicBezTo>
                    <a:pt x="6314" y="11129"/>
                    <a:pt x="16901" y="8651"/>
                    <a:pt x="20542" y="6659"/>
                  </a:cubicBezTo>
                  <a:cubicBezTo>
                    <a:pt x="21097" y="6349"/>
                    <a:pt x="21652" y="5971"/>
                    <a:pt x="21907" y="5405"/>
                  </a:cubicBezTo>
                  <a:cubicBezTo>
                    <a:pt x="22196" y="4728"/>
                    <a:pt x="21974" y="3940"/>
                    <a:pt x="21741" y="3230"/>
                  </a:cubicBezTo>
                  <a:cubicBezTo>
                    <a:pt x="21330" y="2020"/>
                    <a:pt x="20809" y="667"/>
                    <a:pt x="19632" y="178"/>
                  </a:cubicBezTo>
                  <a:cubicBezTo>
                    <a:pt x="19322" y="52"/>
                    <a:pt x="18996" y="1"/>
                    <a:pt x="18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3"/>
            <p:cNvSpPr/>
            <p:nvPr/>
          </p:nvSpPr>
          <p:spPr>
            <a:xfrm>
              <a:off x="5429125" y="3824350"/>
              <a:ext cx="233425" cy="119750"/>
            </a:xfrm>
            <a:custGeom>
              <a:avLst/>
              <a:gdLst/>
              <a:ahLst/>
              <a:cxnLst/>
              <a:rect l="l" t="t" r="r" b="b"/>
              <a:pathLst>
                <a:path w="9337" h="4790" extrusionOk="0">
                  <a:moveTo>
                    <a:pt x="8819" y="0"/>
                  </a:moveTo>
                  <a:cubicBezTo>
                    <a:pt x="8536" y="0"/>
                    <a:pt x="8244" y="109"/>
                    <a:pt x="7982" y="224"/>
                  </a:cubicBezTo>
                  <a:cubicBezTo>
                    <a:pt x="5885" y="1111"/>
                    <a:pt x="3843" y="2110"/>
                    <a:pt x="1867" y="3231"/>
                  </a:cubicBezTo>
                  <a:cubicBezTo>
                    <a:pt x="1368" y="3509"/>
                    <a:pt x="868" y="3808"/>
                    <a:pt x="391" y="4141"/>
                  </a:cubicBezTo>
                  <a:cubicBezTo>
                    <a:pt x="236" y="4230"/>
                    <a:pt x="91" y="4363"/>
                    <a:pt x="47" y="4541"/>
                  </a:cubicBezTo>
                  <a:cubicBezTo>
                    <a:pt x="1" y="4723"/>
                    <a:pt x="99" y="4790"/>
                    <a:pt x="271" y="4790"/>
                  </a:cubicBezTo>
                  <a:cubicBezTo>
                    <a:pt x="718" y="4790"/>
                    <a:pt x="1661" y="4335"/>
                    <a:pt x="1845" y="4263"/>
                  </a:cubicBezTo>
                  <a:cubicBezTo>
                    <a:pt x="2588" y="3986"/>
                    <a:pt x="3321" y="3708"/>
                    <a:pt x="4053" y="3398"/>
                  </a:cubicBezTo>
                  <a:cubicBezTo>
                    <a:pt x="5507" y="2809"/>
                    <a:pt x="6939" y="2144"/>
                    <a:pt x="8304" y="1333"/>
                  </a:cubicBezTo>
                  <a:cubicBezTo>
                    <a:pt x="8670" y="1111"/>
                    <a:pt x="9059" y="845"/>
                    <a:pt x="9258" y="457"/>
                  </a:cubicBezTo>
                  <a:cubicBezTo>
                    <a:pt x="9303" y="379"/>
                    <a:pt x="9336" y="268"/>
                    <a:pt x="9281" y="168"/>
                  </a:cubicBezTo>
                  <a:cubicBezTo>
                    <a:pt x="9247" y="102"/>
                    <a:pt x="9170" y="68"/>
                    <a:pt x="9114" y="46"/>
                  </a:cubicBezTo>
                  <a:cubicBezTo>
                    <a:pt x="9018" y="14"/>
                    <a:pt x="8919" y="0"/>
                    <a:pt x="8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3"/>
            <p:cNvSpPr/>
            <p:nvPr/>
          </p:nvSpPr>
          <p:spPr>
            <a:xfrm>
              <a:off x="5682775" y="3781575"/>
              <a:ext cx="94225" cy="44450"/>
            </a:xfrm>
            <a:custGeom>
              <a:avLst/>
              <a:gdLst/>
              <a:ahLst/>
              <a:cxnLst/>
              <a:rect l="l" t="t" r="r" b="b"/>
              <a:pathLst>
                <a:path w="3769" h="1778" extrusionOk="0">
                  <a:moveTo>
                    <a:pt x="3284" y="1"/>
                  </a:moveTo>
                  <a:cubicBezTo>
                    <a:pt x="3263" y="1"/>
                    <a:pt x="3241" y="2"/>
                    <a:pt x="3219" y="4"/>
                  </a:cubicBezTo>
                  <a:lnTo>
                    <a:pt x="3163" y="4"/>
                  </a:lnTo>
                  <a:cubicBezTo>
                    <a:pt x="2408" y="92"/>
                    <a:pt x="1676" y="281"/>
                    <a:pt x="988" y="636"/>
                  </a:cubicBezTo>
                  <a:cubicBezTo>
                    <a:pt x="655" y="780"/>
                    <a:pt x="300" y="1025"/>
                    <a:pt x="78" y="1324"/>
                  </a:cubicBezTo>
                  <a:cubicBezTo>
                    <a:pt x="56" y="1369"/>
                    <a:pt x="11" y="1424"/>
                    <a:pt x="11" y="1480"/>
                  </a:cubicBezTo>
                  <a:cubicBezTo>
                    <a:pt x="0" y="1580"/>
                    <a:pt x="78" y="1668"/>
                    <a:pt x="178" y="1713"/>
                  </a:cubicBezTo>
                  <a:cubicBezTo>
                    <a:pt x="287" y="1759"/>
                    <a:pt x="403" y="1777"/>
                    <a:pt x="521" y="1777"/>
                  </a:cubicBezTo>
                  <a:cubicBezTo>
                    <a:pt x="858" y="1777"/>
                    <a:pt x="1214" y="1628"/>
                    <a:pt x="1509" y="1546"/>
                  </a:cubicBezTo>
                  <a:cubicBezTo>
                    <a:pt x="1965" y="1424"/>
                    <a:pt x="2431" y="1224"/>
                    <a:pt x="2841" y="991"/>
                  </a:cubicBezTo>
                  <a:cubicBezTo>
                    <a:pt x="3074" y="858"/>
                    <a:pt x="3341" y="725"/>
                    <a:pt x="3518" y="525"/>
                  </a:cubicBezTo>
                  <a:cubicBezTo>
                    <a:pt x="3769" y="243"/>
                    <a:pt x="3617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44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917000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44"/>
          <p:cNvSpPr/>
          <p:nvPr/>
        </p:nvSpPr>
        <p:spPr>
          <a:xfrm rot="10800000">
            <a:off x="6698086" y="-198512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4"/>
          <p:cNvSpPr/>
          <p:nvPr/>
        </p:nvSpPr>
        <p:spPr>
          <a:xfrm rot="10800000" flipH="1">
            <a:off x="-204525" y="4125758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44"/>
          <p:cNvGrpSpPr/>
          <p:nvPr/>
        </p:nvGrpSpPr>
        <p:grpSpPr>
          <a:xfrm>
            <a:off x="-754908" y="-393294"/>
            <a:ext cx="10443208" cy="5108176"/>
            <a:chOff x="-754908" y="-393294"/>
            <a:chExt cx="10443208" cy="5108176"/>
          </a:xfrm>
        </p:grpSpPr>
        <p:grpSp>
          <p:nvGrpSpPr>
            <p:cNvPr id="382" name="Google Shape;382;p44"/>
            <p:cNvGrpSpPr/>
            <p:nvPr/>
          </p:nvGrpSpPr>
          <p:grpSpPr>
            <a:xfrm rot="6765148" flipH="1">
              <a:off x="-403307" y="-284591"/>
              <a:ext cx="1331775" cy="1648166"/>
              <a:chOff x="3961475" y="3551375"/>
              <a:chExt cx="373750" cy="462525"/>
            </a:xfrm>
          </p:grpSpPr>
          <p:sp>
            <p:nvSpPr>
              <p:cNvPr id="383" name="Google Shape;383;p44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4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4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44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44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4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9" name="Google Shape;389;p44"/>
            <p:cNvGrpSpPr/>
            <p:nvPr/>
          </p:nvGrpSpPr>
          <p:grpSpPr>
            <a:xfrm rot="-5221876">
              <a:off x="8701380" y="3724722"/>
              <a:ext cx="903215" cy="1025221"/>
              <a:chOff x="3932350" y="2919350"/>
              <a:chExt cx="324625" cy="368475"/>
            </a:xfrm>
          </p:grpSpPr>
          <p:sp>
            <p:nvSpPr>
              <p:cNvPr id="390" name="Google Shape;390;p44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4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4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4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4" name="Google Shape;394;p44"/>
          <p:cNvGrpSpPr/>
          <p:nvPr/>
        </p:nvGrpSpPr>
        <p:grpSpPr>
          <a:xfrm>
            <a:off x="-346875" y="2026586"/>
            <a:ext cx="9920392" cy="2787815"/>
            <a:chOff x="-346875" y="2026586"/>
            <a:chExt cx="9920392" cy="2787815"/>
          </a:xfrm>
        </p:grpSpPr>
        <p:grpSp>
          <p:nvGrpSpPr>
            <p:cNvPr id="395" name="Google Shape;395;p44"/>
            <p:cNvGrpSpPr/>
            <p:nvPr/>
          </p:nvGrpSpPr>
          <p:grpSpPr>
            <a:xfrm>
              <a:off x="-346875" y="3660250"/>
              <a:ext cx="1050975" cy="1154151"/>
              <a:chOff x="7946500" y="4129225"/>
              <a:chExt cx="1050975" cy="1154151"/>
            </a:xfrm>
          </p:grpSpPr>
          <p:sp>
            <p:nvSpPr>
              <p:cNvPr id="396" name="Google Shape;396;p44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4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44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44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4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44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44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44"/>
            <p:cNvGrpSpPr/>
            <p:nvPr/>
          </p:nvGrpSpPr>
          <p:grpSpPr>
            <a:xfrm>
              <a:off x="8580661" y="2026586"/>
              <a:ext cx="992856" cy="1090327"/>
              <a:chOff x="7946500" y="4129225"/>
              <a:chExt cx="1050975" cy="1154151"/>
            </a:xfrm>
          </p:grpSpPr>
          <p:sp>
            <p:nvSpPr>
              <p:cNvPr id="404" name="Google Shape;404;p44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44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44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44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44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44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44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1" name="Google Shape;411;p44"/>
          <p:cNvGrpSpPr/>
          <p:nvPr/>
        </p:nvGrpSpPr>
        <p:grpSpPr>
          <a:xfrm>
            <a:off x="6367279" y="4260362"/>
            <a:ext cx="1850668" cy="1136666"/>
            <a:chOff x="5723275" y="2255625"/>
            <a:chExt cx="562975" cy="345775"/>
          </a:xfrm>
        </p:grpSpPr>
        <p:sp>
          <p:nvSpPr>
            <p:cNvPr id="412" name="Google Shape;412;p44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4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4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4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4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4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4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4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4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4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4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4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4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44"/>
          <p:cNvGrpSpPr/>
          <p:nvPr/>
        </p:nvGrpSpPr>
        <p:grpSpPr>
          <a:xfrm rot="543998">
            <a:off x="8027996" y="388629"/>
            <a:ext cx="1155509" cy="1746847"/>
            <a:chOff x="4682275" y="3383700"/>
            <a:chExt cx="380700" cy="575525"/>
          </a:xfrm>
        </p:grpSpPr>
        <p:sp>
          <p:nvSpPr>
            <p:cNvPr id="460" name="Google Shape;460;p44"/>
            <p:cNvSpPr/>
            <p:nvPr/>
          </p:nvSpPr>
          <p:spPr>
            <a:xfrm>
              <a:off x="4682275" y="3529900"/>
              <a:ext cx="380700" cy="429325"/>
            </a:xfrm>
            <a:custGeom>
              <a:avLst/>
              <a:gdLst/>
              <a:ahLst/>
              <a:cxnLst/>
              <a:rect l="l" t="t" r="r" b="b"/>
              <a:pathLst>
                <a:path w="15228" h="17173" extrusionOk="0">
                  <a:moveTo>
                    <a:pt x="7910" y="0"/>
                  </a:moveTo>
                  <a:cubicBezTo>
                    <a:pt x="7096" y="0"/>
                    <a:pt x="6422" y="573"/>
                    <a:pt x="5604" y="573"/>
                  </a:cubicBezTo>
                  <a:cubicBezTo>
                    <a:pt x="5579" y="573"/>
                    <a:pt x="5553" y="572"/>
                    <a:pt x="5528" y="571"/>
                  </a:cubicBezTo>
                  <a:cubicBezTo>
                    <a:pt x="4851" y="549"/>
                    <a:pt x="4229" y="227"/>
                    <a:pt x="3552" y="216"/>
                  </a:cubicBezTo>
                  <a:cubicBezTo>
                    <a:pt x="3528" y="215"/>
                    <a:pt x="3504" y="215"/>
                    <a:pt x="3480" y="215"/>
                  </a:cubicBezTo>
                  <a:cubicBezTo>
                    <a:pt x="1251" y="215"/>
                    <a:pt x="565" y="2764"/>
                    <a:pt x="389" y="4411"/>
                  </a:cubicBezTo>
                  <a:cubicBezTo>
                    <a:pt x="1" y="7951"/>
                    <a:pt x="811" y="11724"/>
                    <a:pt x="1910" y="15098"/>
                  </a:cubicBezTo>
                  <a:cubicBezTo>
                    <a:pt x="2054" y="15509"/>
                    <a:pt x="2187" y="15930"/>
                    <a:pt x="2498" y="16263"/>
                  </a:cubicBezTo>
                  <a:cubicBezTo>
                    <a:pt x="2841" y="16650"/>
                    <a:pt x="3365" y="16836"/>
                    <a:pt x="3899" y="16836"/>
                  </a:cubicBezTo>
                  <a:cubicBezTo>
                    <a:pt x="4436" y="16836"/>
                    <a:pt x="4983" y="16647"/>
                    <a:pt x="5361" y="16285"/>
                  </a:cubicBezTo>
                  <a:cubicBezTo>
                    <a:pt x="5739" y="15941"/>
                    <a:pt x="6072" y="15420"/>
                    <a:pt x="6604" y="15420"/>
                  </a:cubicBezTo>
                  <a:cubicBezTo>
                    <a:pt x="6615" y="15419"/>
                    <a:pt x="6625" y="15419"/>
                    <a:pt x="6635" y="15419"/>
                  </a:cubicBezTo>
                  <a:cubicBezTo>
                    <a:pt x="7183" y="15419"/>
                    <a:pt x="7510" y="15993"/>
                    <a:pt x="7892" y="16385"/>
                  </a:cubicBezTo>
                  <a:cubicBezTo>
                    <a:pt x="8375" y="16903"/>
                    <a:pt x="9087" y="17173"/>
                    <a:pt x="9813" y="17173"/>
                  </a:cubicBezTo>
                  <a:cubicBezTo>
                    <a:pt x="10020" y="17173"/>
                    <a:pt x="10229" y="17151"/>
                    <a:pt x="10433" y="17107"/>
                  </a:cubicBezTo>
                  <a:cubicBezTo>
                    <a:pt x="11909" y="16785"/>
                    <a:pt x="12397" y="14865"/>
                    <a:pt x="12886" y="13722"/>
                  </a:cubicBezTo>
                  <a:cubicBezTo>
                    <a:pt x="13618" y="11957"/>
                    <a:pt x="14317" y="10126"/>
                    <a:pt x="14739" y="8284"/>
                  </a:cubicBezTo>
                  <a:cubicBezTo>
                    <a:pt x="14994" y="7119"/>
                    <a:pt x="15227" y="5831"/>
                    <a:pt x="15172" y="4566"/>
                  </a:cubicBezTo>
                  <a:cubicBezTo>
                    <a:pt x="15127" y="3678"/>
                    <a:pt x="14950" y="2801"/>
                    <a:pt x="14539" y="2002"/>
                  </a:cubicBezTo>
                  <a:cubicBezTo>
                    <a:pt x="14206" y="1348"/>
                    <a:pt x="13663" y="726"/>
                    <a:pt x="12908" y="560"/>
                  </a:cubicBezTo>
                  <a:cubicBezTo>
                    <a:pt x="12769" y="531"/>
                    <a:pt x="12629" y="519"/>
                    <a:pt x="12488" y="519"/>
                  </a:cubicBezTo>
                  <a:cubicBezTo>
                    <a:pt x="11760" y="519"/>
                    <a:pt x="11015" y="844"/>
                    <a:pt x="10298" y="844"/>
                  </a:cubicBezTo>
                  <a:cubicBezTo>
                    <a:pt x="10093" y="844"/>
                    <a:pt x="9889" y="817"/>
                    <a:pt x="9689" y="748"/>
                  </a:cubicBezTo>
                  <a:cubicBezTo>
                    <a:pt x="9212" y="582"/>
                    <a:pt x="8846" y="193"/>
                    <a:pt x="8358" y="60"/>
                  </a:cubicBezTo>
                  <a:cubicBezTo>
                    <a:pt x="8203" y="18"/>
                    <a:pt x="8054" y="0"/>
                    <a:pt x="79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4915900" y="3555250"/>
              <a:ext cx="78825" cy="392075"/>
            </a:xfrm>
            <a:custGeom>
              <a:avLst/>
              <a:gdLst/>
              <a:ahLst/>
              <a:cxnLst/>
              <a:rect l="l" t="t" r="r" b="b"/>
              <a:pathLst>
                <a:path w="3153" h="15683" fill="none" extrusionOk="0">
                  <a:moveTo>
                    <a:pt x="3152" y="1"/>
                  </a:moveTo>
                  <a:cubicBezTo>
                    <a:pt x="2731" y="5328"/>
                    <a:pt x="1676" y="10599"/>
                    <a:pt x="0" y="1568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4"/>
            <p:cNvSpPr/>
            <p:nvPr/>
          </p:nvSpPr>
          <p:spPr>
            <a:xfrm>
              <a:off x="4763300" y="3571900"/>
              <a:ext cx="23875" cy="338800"/>
            </a:xfrm>
            <a:custGeom>
              <a:avLst/>
              <a:gdLst/>
              <a:ahLst/>
              <a:cxnLst/>
              <a:rect l="l" t="t" r="r" b="b"/>
              <a:pathLst>
                <a:path w="955" h="13552" fill="none" extrusionOk="0">
                  <a:moveTo>
                    <a:pt x="877" y="1"/>
                  </a:moveTo>
                  <a:cubicBezTo>
                    <a:pt x="1" y="4473"/>
                    <a:pt x="34" y="9101"/>
                    <a:pt x="955" y="1355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4"/>
            <p:cNvSpPr/>
            <p:nvPr/>
          </p:nvSpPr>
          <p:spPr>
            <a:xfrm>
              <a:off x="4803800" y="3710625"/>
              <a:ext cx="8350" cy="129325"/>
            </a:xfrm>
            <a:custGeom>
              <a:avLst/>
              <a:gdLst/>
              <a:ahLst/>
              <a:cxnLst/>
              <a:rect l="l" t="t" r="r" b="b"/>
              <a:pathLst>
                <a:path w="334" h="5173" fill="none" extrusionOk="0">
                  <a:moveTo>
                    <a:pt x="167" y="1"/>
                  </a:moveTo>
                  <a:cubicBezTo>
                    <a:pt x="1" y="1721"/>
                    <a:pt x="56" y="3474"/>
                    <a:pt x="334" y="517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4"/>
            <p:cNvSpPr/>
            <p:nvPr/>
          </p:nvSpPr>
          <p:spPr>
            <a:xfrm>
              <a:off x="4705025" y="3629350"/>
              <a:ext cx="39425" cy="165425"/>
            </a:xfrm>
            <a:custGeom>
              <a:avLst/>
              <a:gdLst/>
              <a:ahLst/>
              <a:cxnLst/>
              <a:rect l="l" t="t" r="r" b="b"/>
              <a:pathLst>
                <a:path w="1577" h="6617" extrusionOk="0">
                  <a:moveTo>
                    <a:pt x="616" y="1"/>
                  </a:moveTo>
                  <a:cubicBezTo>
                    <a:pt x="544" y="1"/>
                    <a:pt x="470" y="30"/>
                    <a:pt x="401" y="100"/>
                  </a:cubicBezTo>
                  <a:cubicBezTo>
                    <a:pt x="256" y="255"/>
                    <a:pt x="223" y="477"/>
                    <a:pt x="190" y="699"/>
                  </a:cubicBezTo>
                  <a:cubicBezTo>
                    <a:pt x="1" y="2453"/>
                    <a:pt x="79" y="4261"/>
                    <a:pt x="434" y="6015"/>
                  </a:cubicBezTo>
                  <a:cubicBezTo>
                    <a:pt x="456" y="6170"/>
                    <a:pt x="500" y="6326"/>
                    <a:pt x="600" y="6470"/>
                  </a:cubicBezTo>
                  <a:cubicBezTo>
                    <a:pt x="680" y="6575"/>
                    <a:pt x="759" y="6617"/>
                    <a:pt x="833" y="6617"/>
                  </a:cubicBezTo>
                  <a:cubicBezTo>
                    <a:pt x="1019" y="6617"/>
                    <a:pt x="1174" y="6354"/>
                    <a:pt x="1222" y="6148"/>
                  </a:cubicBezTo>
                  <a:cubicBezTo>
                    <a:pt x="1577" y="4694"/>
                    <a:pt x="1488" y="3174"/>
                    <a:pt x="1288" y="1698"/>
                  </a:cubicBezTo>
                  <a:cubicBezTo>
                    <a:pt x="1233" y="1243"/>
                    <a:pt x="1188" y="755"/>
                    <a:pt x="1011" y="322"/>
                  </a:cubicBezTo>
                  <a:cubicBezTo>
                    <a:pt x="941" y="159"/>
                    <a:pt x="784" y="1"/>
                    <a:pt x="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4"/>
            <p:cNvSpPr/>
            <p:nvPr/>
          </p:nvSpPr>
          <p:spPr>
            <a:xfrm>
              <a:off x="4712250" y="3591575"/>
              <a:ext cx="19450" cy="28550"/>
            </a:xfrm>
            <a:custGeom>
              <a:avLst/>
              <a:gdLst/>
              <a:ahLst/>
              <a:cxnLst/>
              <a:rect l="l" t="t" r="r" b="b"/>
              <a:pathLst>
                <a:path w="778" h="1142" extrusionOk="0">
                  <a:moveTo>
                    <a:pt x="431" y="1"/>
                  </a:moveTo>
                  <a:cubicBezTo>
                    <a:pt x="424" y="1"/>
                    <a:pt x="418" y="1"/>
                    <a:pt x="411" y="2"/>
                  </a:cubicBezTo>
                  <a:cubicBezTo>
                    <a:pt x="211" y="24"/>
                    <a:pt x="112" y="212"/>
                    <a:pt x="67" y="379"/>
                  </a:cubicBezTo>
                  <a:cubicBezTo>
                    <a:pt x="45" y="445"/>
                    <a:pt x="34" y="512"/>
                    <a:pt x="23" y="601"/>
                  </a:cubicBezTo>
                  <a:cubicBezTo>
                    <a:pt x="1" y="823"/>
                    <a:pt x="56" y="1056"/>
                    <a:pt x="311" y="1134"/>
                  </a:cubicBezTo>
                  <a:cubicBezTo>
                    <a:pt x="336" y="1139"/>
                    <a:pt x="358" y="1142"/>
                    <a:pt x="380" y="1142"/>
                  </a:cubicBezTo>
                  <a:cubicBezTo>
                    <a:pt x="448" y="1142"/>
                    <a:pt x="505" y="1115"/>
                    <a:pt x="555" y="1056"/>
                  </a:cubicBezTo>
                  <a:cubicBezTo>
                    <a:pt x="766" y="856"/>
                    <a:pt x="777" y="512"/>
                    <a:pt x="722" y="257"/>
                  </a:cubicBezTo>
                  <a:cubicBezTo>
                    <a:pt x="690" y="109"/>
                    <a:pt x="568" y="1"/>
                    <a:pt x="4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4"/>
            <p:cNvSpPr/>
            <p:nvPr/>
          </p:nvSpPr>
          <p:spPr>
            <a:xfrm>
              <a:off x="4874825" y="3383700"/>
              <a:ext cx="59125" cy="159900"/>
            </a:xfrm>
            <a:custGeom>
              <a:avLst/>
              <a:gdLst/>
              <a:ahLst/>
              <a:cxnLst/>
              <a:rect l="l" t="t" r="r" b="b"/>
              <a:pathLst>
                <a:path w="2365" h="6396" extrusionOk="0">
                  <a:moveTo>
                    <a:pt x="1550" y="1"/>
                  </a:moveTo>
                  <a:cubicBezTo>
                    <a:pt x="1419" y="1"/>
                    <a:pt x="1291" y="15"/>
                    <a:pt x="1188" y="38"/>
                  </a:cubicBezTo>
                  <a:cubicBezTo>
                    <a:pt x="966" y="82"/>
                    <a:pt x="800" y="337"/>
                    <a:pt x="689" y="648"/>
                  </a:cubicBezTo>
                  <a:cubicBezTo>
                    <a:pt x="256" y="1824"/>
                    <a:pt x="68" y="3134"/>
                    <a:pt x="23" y="4388"/>
                  </a:cubicBezTo>
                  <a:cubicBezTo>
                    <a:pt x="1" y="4821"/>
                    <a:pt x="1" y="5254"/>
                    <a:pt x="34" y="5686"/>
                  </a:cubicBezTo>
                  <a:cubicBezTo>
                    <a:pt x="45" y="5808"/>
                    <a:pt x="12" y="6208"/>
                    <a:pt x="90" y="6319"/>
                  </a:cubicBezTo>
                  <a:cubicBezTo>
                    <a:pt x="122" y="6351"/>
                    <a:pt x="338" y="6396"/>
                    <a:pt x="456" y="6396"/>
                  </a:cubicBezTo>
                  <a:cubicBezTo>
                    <a:pt x="500" y="6396"/>
                    <a:pt x="531" y="6389"/>
                    <a:pt x="534" y="6374"/>
                  </a:cubicBezTo>
                  <a:cubicBezTo>
                    <a:pt x="855" y="5076"/>
                    <a:pt x="1200" y="3778"/>
                    <a:pt x="1599" y="2490"/>
                  </a:cubicBezTo>
                  <a:cubicBezTo>
                    <a:pt x="1799" y="1858"/>
                    <a:pt x="2043" y="1214"/>
                    <a:pt x="2232" y="581"/>
                  </a:cubicBezTo>
                  <a:cubicBezTo>
                    <a:pt x="2365" y="132"/>
                    <a:pt x="1942" y="1"/>
                    <a:pt x="15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4"/>
            <p:cNvSpPr/>
            <p:nvPr/>
          </p:nvSpPr>
          <p:spPr>
            <a:xfrm>
              <a:off x="4810200" y="3509975"/>
              <a:ext cx="137625" cy="70925"/>
            </a:xfrm>
            <a:custGeom>
              <a:avLst/>
              <a:gdLst/>
              <a:ahLst/>
              <a:cxnLst/>
              <a:rect l="l" t="t" r="r" b="b"/>
              <a:pathLst>
                <a:path w="5505" h="2837" extrusionOk="0">
                  <a:moveTo>
                    <a:pt x="2854" y="1"/>
                  </a:moveTo>
                  <a:cubicBezTo>
                    <a:pt x="2450" y="1"/>
                    <a:pt x="2045" y="85"/>
                    <a:pt x="1676" y="247"/>
                  </a:cubicBezTo>
                  <a:cubicBezTo>
                    <a:pt x="1077" y="491"/>
                    <a:pt x="577" y="968"/>
                    <a:pt x="300" y="1634"/>
                  </a:cubicBezTo>
                  <a:cubicBezTo>
                    <a:pt x="0" y="2367"/>
                    <a:pt x="622" y="2589"/>
                    <a:pt x="1276" y="2711"/>
                  </a:cubicBezTo>
                  <a:cubicBezTo>
                    <a:pt x="1731" y="2793"/>
                    <a:pt x="2192" y="2836"/>
                    <a:pt x="2651" y="2836"/>
                  </a:cubicBezTo>
                  <a:cubicBezTo>
                    <a:pt x="3370" y="2836"/>
                    <a:pt x="4084" y="2730"/>
                    <a:pt x="4761" y="2500"/>
                  </a:cubicBezTo>
                  <a:cubicBezTo>
                    <a:pt x="5505" y="2256"/>
                    <a:pt x="5394" y="1601"/>
                    <a:pt x="5005" y="1057"/>
                  </a:cubicBezTo>
                  <a:cubicBezTo>
                    <a:pt x="4479" y="339"/>
                    <a:pt x="3667" y="1"/>
                    <a:pt x="28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45"/>
          <p:cNvSpPr txBox="1">
            <a:spLocks noGrp="1"/>
          </p:cNvSpPr>
          <p:nvPr>
            <p:ph type="subTitle" idx="1"/>
          </p:nvPr>
        </p:nvSpPr>
        <p:spPr>
          <a:xfrm>
            <a:off x="4923249" y="2371226"/>
            <a:ext cx="25056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45"/>
          <p:cNvSpPr txBox="1">
            <a:spLocks noGrp="1"/>
          </p:cNvSpPr>
          <p:nvPr>
            <p:ph type="subTitle" idx="2"/>
          </p:nvPr>
        </p:nvSpPr>
        <p:spPr>
          <a:xfrm>
            <a:off x="1715375" y="2371226"/>
            <a:ext cx="25056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5"/>
          <p:cNvSpPr txBox="1">
            <a:spLocks noGrp="1"/>
          </p:cNvSpPr>
          <p:nvPr>
            <p:ph type="subTitle" idx="3"/>
          </p:nvPr>
        </p:nvSpPr>
        <p:spPr>
          <a:xfrm>
            <a:off x="1715375" y="18836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3" name="Google Shape;473;p45"/>
          <p:cNvSpPr txBox="1">
            <a:spLocks noGrp="1"/>
          </p:cNvSpPr>
          <p:nvPr>
            <p:ph type="subTitle" idx="4"/>
          </p:nvPr>
        </p:nvSpPr>
        <p:spPr>
          <a:xfrm>
            <a:off x="4923250" y="1883600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4" name="Google Shape;474;p45"/>
          <p:cNvSpPr/>
          <p:nvPr/>
        </p:nvSpPr>
        <p:spPr>
          <a:xfrm>
            <a:off x="-699803" y="-265650"/>
            <a:ext cx="2085545" cy="1672401"/>
          </a:xfrm>
          <a:custGeom>
            <a:avLst/>
            <a:gdLst/>
            <a:ahLst/>
            <a:cxnLst/>
            <a:rect l="l" t="t" r="r" b="b"/>
            <a:pathLst>
              <a:path w="27668" h="22187" extrusionOk="0">
                <a:moveTo>
                  <a:pt x="25559" y="0"/>
                </a:moveTo>
                <a:cubicBezTo>
                  <a:pt x="25559" y="0"/>
                  <a:pt x="18257" y="533"/>
                  <a:pt x="15926" y="611"/>
                </a:cubicBezTo>
                <a:cubicBezTo>
                  <a:pt x="14073" y="689"/>
                  <a:pt x="12197" y="777"/>
                  <a:pt x="10333" y="933"/>
                </a:cubicBezTo>
                <a:cubicBezTo>
                  <a:pt x="8468" y="1088"/>
                  <a:pt x="6581" y="1221"/>
                  <a:pt x="4717" y="1488"/>
                </a:cubicBezTo>
                <a:cubicBezTo>
                  <a:pt x="3130" y="1687"/>
                  <a:pt x="1443" y="2165"/>
                  <a:pt x="566" y="3596"/>
                </a:cubicBezTo>
                <a:cubicBezTo>
                  <a:pt x="178" y="4218"/>
                  <a:pt x="0" y="5028"/>
                  <a:pt x="267" y="5749"/>
                </a:cubicBezTo>
                <a:cubicBezTo>
                  <a:pt x="511" y="6426"/>
                  <a:pt x="1155" y="6792"/>
                  <a:pt x="1843" y="6881"/>
                </a:cubicBezTo>
                <a:cubicBezTo>
                  <a:pt x="2034" y="6909"/>
                  <a:pt x="2227" y="6920"/>
                  <a:pt x="2422" y="6920"/>
                </a:cubicBezTo>
                <a:cubicBezTo>
                  <a:pt x="3016" y="6920"/>
                  <a:pt x="3621" y="6815"/>
                  <a:pt x="4207" y="6748"/>
                </a:cubicBezTo>
                <a:cubicBezTo>
                  <a:pt x="5105" y="6626"/>
                  <a:pt x="6004" y="6471"/>
                  <a:pt x="6903" y="6282"/>
                </a:cubicBezTo>
                <a:cubicBezTo>
                  <a:pt x="8657" y="5938"/>
                  <a:pt x="10388" y="5483"/>
                  <a:pt x="12086" y="4895"/>
                </a:cubicBezTo>
                <a:cubicBezTo>
                  <a:pt x="13806" y="4318"/>
                  <a:pt x="22474" y="888"/>
                  <a:pt x="22785" y="888"/>
                </a:cubicBezTo>
                <a:cubicBezTo>
                  <a:pt x="20121" y="2575"/>
                  <a:pt x="17446" y="4251"/>
                  <a:pt x="14761" y="5871"/>
                </a:cubicBezTo>
                <a:cubicBezTo>
                  <a:pt x="10910" y="8202"/>
                  <a:pt x="6981" y="10399"/>
                  <a:pt x="2964" y="12419"/>
                </a:cubicBezTo>
                <a:cubicBezTo>
                  <a:pt x="2497" y="12652"/>
                  <a:pt x="2020" y="12874"/>
                  <a:pt x="1565" y="13129"/>
                </a:cubicBezTo>
                <a:cubicBezTo>
                  <a:pt x="1210" y="13318"/>
                  <a:pt x="833" y="13562"/>
                  <a:pt x="633" y="13928"/>
                </a:cubicBezTo>
                <a:cubicBezTo>
                  <a:pt x="211" y="14727"/>
                  <a:pt x="788" y="15715"/>
                  <a:pt x="1232" y="16359"/>
                </a:cubicBezTo>
                <a:cubicBezTo>
                  <a:pt x="2287" y="17857"/>
                  <a:pt x="3985" y="18667"/>
                  <a:pt x="5771" y="18678"/>
                </a:cubicBezTo>
                <a:cubicBezTo>
                  <a:pt x="5798" y="18679"/>
                  <a:pt x="5825" y="18679"/>
                  <a:pt x="5851" y="18679"/>
                </a:cubicBezTo>
                <a:cubicBezTo>
                  <a:pt x="9970" y="18679"/>
                  <a:pt x="12846" y="15275"/>
                  <a:pt x="15360" y="12452"/>
                </a:cubicBezTo>
                <a:cubicBezTo>
                  <a:pt x="18046" y="9423"/>
                  <a:pt x="20765" y="6404"/>
                  <a:pt x="23428" y="3352"/>
                </a:cubicBezTo>
                <a:lnTo>
                  <a:pt x="23428" y="3352"/>
                </a:lnTo>
                <a:cubicBezTo>
                  <a:pt x="22674" y="4828"/>
                  <a:pt x="21908" y="6326"/>
                  <a:pt x="21142" y="7813"/>
                </a:cubicBezTo>
                <a:cubicBezTo>
                  <a:pt x="20188" y="9689"/>
                  <a:pt x="19200" y="11542"/>
                  <a:pt x="18245" y="13407"/>
                </a:cubicBezTo>
                <a:cubicBezTo>
                  <a:pt x="17291" y="15260"/>
                  <a:pt x="16270" y="17091"/>
                  <a:pt x="15282" y="18945"/>
                </a:cubicBezTo>
                <a:cubicBezTo>
                  <a:pt x="15083" y="19311"/>
                  <a:pt x="14916" y="19721"/>
                  <a:pt x="14927" y="20154"/>
                </a:cubicBezTo>
                <a:cubicBezTo>
                  <a:pt x="14938" y="20543"/>
                  <a:pt x="15094" y="20920"/>
                  <a:pt x="15327" y="21231"/>
                </a:cubicBezTo>
                <a:cubicBezTo>
                  <a:pt x="15826" y="21886"/>
                  <a:pt x="16636" y="22163"/>
                  <a:pt x="17435" y="22185"/>
                </a:cubicBezTo>
                <a:cubicBezTo>
                  <a:pt x="17475" y="22186"/>
                  <a:pt x="17515" y="22187"/>
                  <a:pt x="17554" y="22187"/>
                </a:cubicBezTo>
                <a:cubicBezTo>
                  <a:pt x="19374" y="22187"/>
                  <a:pt x="21072" y="21196"/>
                  <a:pt x="22463" y="20110"/>
                </a:cubicBezTo>
                <a:cubicBezTo>
                  <a:pt x="23928" y="18956"/>
                  <a:pt x="25348" y="17624"/>
                  <a:pt x="26314" y="16015"/>
                </a:cubicBezTo>
                <a:cubicBezTo>
                  <a:pt x="27235" y="14483"/>
                  <a:pt x="27579" y="12719"/>
                  <a:pt x="27623" y="10965"/>
                </a:cubicBezTo>
                <a:cubicBezTo>
                  <a:pt x="27668" y="9101"/>
                  <a:pt x="27446" y="7214"/>
                  <a:pt x="27068" y="5383"/>
                </a:cubicBezTo>
                <a:cubicBezTo>
                  <a:pt x="26480" y="2464"/>
                  <a:pt x="25581" y="56"/>
                  <a:pt x="255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7008440" y="3203376"/>
            <a:ext cx="2818225" cy="2563225"/>
          </a:xfrm>
          <a:custGeom>
            <a:avLst/>
            <a:gdLst/>
            <a:ahLst/>
            <a:cxnLst/>
            <a:rect l="l" t="t" r="r" b="b"/>
            <a:pathLst>
              <a:path w="112729" h="102529" extrusionOk="0">
                <a:moveTo>
                  <a:pt x="108542" y="10709"/>
                </a:moveTo>
                <a:cubicBezTo>
                  <a:pt x="104763" y="-4850"/>
                  <a:pt x="93707" y="866"/>
                  <a:pt x="85869" y="1752"/>
                </a:cubicBezTo>
                <a:cubicBezTo>
                  <a:pt x="78031" y="2639"/>
                  <a:pt x="66881" y="8330"/>
                  <a:pt x="61516" y="16028"/>
                </a:cubicBezTo>
                <a:cubicBezTo>
                  <a:pt x="56151" y="23726"/>
                  <a:pt x="61422" y="40288"/>
                  <a:pt x="53678" y="47939"/>
                </a:cubicBezTo>
                <a:cubicBezTo>
                  <a:pt x="45934" y="55590"/>
                  <a:pt x="23961" y="56547"/>
                  <a:pt x="15050" y="61935"/>
                </a:cubicBezTo>
                <a:cubicBezTo>
                  <a:pt x="6139" y="67323"/>
                  <a:pt x="914" y="74461"/>
                  <a:pt x="214" y="80269"/>
                </a:cubicBezTo>
                <a:cubicBezTo>
                  <a:pt x="-486" y="86077"/>
                  <a:pt x="-66" y="93752"/>
                  <a:pt x="10851" y="96784"/>
                </a:cubicBezTo>
                <a:cubicBezTo>
                  <a:pt x="21768" y="99817"/>
                  <a:pt x="49433" y="98744"/>
                  <a:pt x="65715" y="98464"/>
                </a:cubicBezTo>
                <a:cubicBezTo>
                  <a:pt x="81997" y="98184"/>
                  <a:pt x="101404" y="109731"/>
                  <a:pt x="108542" y="95105"/>
                </a:cubicBezTo>
                <a:cubicBezTo>
                  <a:pt x="115680" y="80479"/>
                  <a:pt x="112321" y="26268"/>
                  <a:pt x="108542" y="107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45"/>
          <p:cNvGrpSpPr/>
          <p:nvPr/>
        </p:nvGrpSpPr>
        <p:grpSpPr>
          <a:xfrm>
            <a:off x="2133812" y="-393294"/>
            <a:ext cx="7554492" cy="5996423"/>
            <a:chOff x="2133812" y="-393294"/>
            <a:chExt cx="7554492" cy="5996423"/>
          </a:xfrm>
        </p:grpSpPr>
        <p:grpSp>
          <p:nvGrpSpPr>
            <p:cNvPr id="477" name="Google Shape;477;p45"/>
            <p:cNvGrpSpPr/>
            <p:nvPr/>
          </p:nvGrpSpPr>
          <p:grpSpPr>
            <a:xfrm rot="-6765148">
              <a:off x="8004927" y="-284591"/>
              <a:ext cx="1331775" cy="1648166"/>
              <a:chOff x="3961475" y="3551375"/>
              <a:chExt cx="373750" cy="462525"/>
            </a:xfrm>
          </p:grpSpPr>
          <p:sp>
            <p:nvSpPr>
              <p:cNvPr id="478" name="Google Shape;478;p45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5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5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45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5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5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4" name="Google Shape;484;p45"/>
            <p:cNvGrpSpPr/>
            <p:nvPr/>
          </p:nvGrpSpPr>
          <p:grpSpPr>
            <a:xfrm rot="740753" flipH="1">
              <a:off x="2232971" y="4493200"/>
              <a:ext cx="903218" cy="1025224"/>
              <a:chOff x="3932350" y="2919350"/>
              <a:chExt cx="324625" cy="368475"/>
            </a:xfrm>
          </p:grpSpPr>
          <p:sp>
            <p:nvSpPr>
              <p:cNvPr id="485" name="Google Shape;485;p45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45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45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45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9" name="Google Shape;489;p45"/>
          <p:cNvGrpSpPr/>
          <p:nvPr/>
        </p:nvGrpSpPr>
        <p:grpSpPr>
          <a:xfrm>
            <a:off x="-70305" y="847075"/>
            <a:ext cx="8772489" cy="4003038"/>
            <a:chOff x="-70305" y="847075"/>
            <a:chExt cx="8772489" cy="4003038"/>
          </a:xfrm>
        </p:grpSpPr>
        <p:grpSp>
          <p:nvGrpSpPr>
            <p:cNvPr id="490" name="Google Shape;490;p45"/>
            <p:cNvGrpSpPr/>
            <p:nvPr/>
          </p:nvGrpSpPr>
          <p:grpSpPr>
            <a:xfrm flipH="1">
              <a:off x="-70305" y="847075"/>
              <a:ext cx="1050975" cy="1154151"/>
              <a:chOff x="7946500" y="4129225"/>
              <a:chExt cx="1050975" cy="1154151"/>
            </a:xfrm>
          </p:grpSpPr>
          <p:sp>
            <p:nvSpPr>
              <p:cNvPr id="491" name="Google Shape;491;p45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5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5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45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5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5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5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45"/>
            <p:cNvGrpSpPr/>
            <p:nvPr/>
          </p:nvGrpSpPr>
          <p:grpSpPr>
            <a:xfrm flipH="1">
              <a:off x="7709328" y="3759786"/>
              <a:ext cx="992856" cy="1090327"/>
              <a:chOff x="7946500" y="4129225"/>
              <a:chExt cx="1050975" cy="1154151"/>
            </a:xfrm>
          </p:grpSpPr>
          <p:sp>
            <p:nvSpPr>
              <p:cNvPr id="499" name="Google Shape;499;p45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5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5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5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5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5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5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6" name="Google Shape;506;p45"/>
          <p:cNvGrpSpPr/>
          <p:nvPr/>
        </p:nvGrpSpPr>
        <p:grpSpPr>
          <a:xfrm rot="1975559" flipH="1">
            <a:off x="-365184" y="3717045"/>
            <a:ext cx="1850647" cy="892157"/>
            <a:chOff x="5356775" y="3618225"/>
            <a:chExt cx="822375" cy="396425"/>
          </a:xfrm>
        </p:grpSpPr>
        <p:sp>
          <p:nvSpPr>
            <p:cNvPr id="507" name="Google Shape;507;p45"/>
            <p:cNvSpPr/>
            <p:nvPr/>
          </p:nvSpPr>
          <p:spPr>
            <a:xfrm>
              <a:off x="5863875" y="3618225"/>
              <a:ext cx="219550" cy="166875"/>
            </a:xfrm>
            <a:custGeom>
              <a:avLst/>
              <a:gdLst/>
              <a:ahLst/>
              <a:cxnLst/>
              <a:rect l="l" t="t" r="r" b="b"/>
              <a:pathLst>
                <a:path w="8782" h="6675" extrusionOk="0">
                  <a:moveTo>
                    <a:pt x="8247" y="0"/>
                  </a:moveTo>
                  <a:cubicBezTo>
                    <a:pt x="8202" y="0"/>
                    <a:pt x="8158" y="4"/>
                    <a:pt x="8116" y="12"/>
                  </a:cubicBezTo>
                  <a:cubicBezTo>
                    <a:pt x="7694" y="68"/>
                    <a:pt x="7294" y="267"/>
                    <a:pt x="6928" y="511"/>
                  </a:cubicBezTo>
                  <a:cubicBezTo>
                    <a:pt x="5863" y="1188"/>
                    <a:pt x="4931" y="2021"/>
                    <a:pt x="4032" y="2886"/>
                  </a:cubicBezTo>
                  <a:cubicBezTo>
                    <a:pt x="3244" y="3652"/>
                    <a:pt x="2478" y="4451"/>
                    <a:pt x="1679" y="5195"/>
                  </a:cubicBezTo>
                  <a:cubicBezTo>
                    <a:pt x="1257" y="5572"/>
                    <a:pt x="824" y="5938"/>
                    <a:pt x="380" y="6293"/>
                  </a:cubicBezTo>
                  <a:cubicBezTo>
                    <a:pt x="0" y="6580"/>
                    <a:pt x="47" y="6674"/>
                    <a:pt x="244" y="6674"/>
                  </a:cubicBezTo>
                  <a:cubicBezTo>
                    <a:pt x="397" y="6674"/>
                    <a:pt x="642" y="6617"/>
                    <a:pt x="847" y="6549"/>
                  </a:cubicBezTo>
                  <a:cubicBezTo>
                    <a:pt x="2988" y="5850"/>
                    <a:pt x="4986" y="4740"/>
                    <a:pt x="6740" y="3308"/>
                  </a:cubicBezTo>
                  <a:cubicBezTo>
                    <a:pt x="7572" y="2609"/>
                    <a:pt x="8393" y="1799"/>
                    <a:pt x="8693" y="756"/>
                  </a:cubicBezTo>
                  <a:cubicBezTo>
                    <a:pt x="8748" y="545"/>
                    <a:pt x="8782" y="312"/>
                    <a:pt x="8637" y="145"/>
                  </a:cubicBezTo>
                  <a:cubicBezTo>
                    <a:pt x="8544" y="43"/>
                    <a:pt x="8393" y="0"/>
                    <a:pt x="8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5916925" y="3643750"/>
              <a:ext cx="137925" cy="111575"/>
            </a:xfrm>
            <a:custGeom>
              <a:avLst/>
              <a:gdLst/>
              <a:ahLst/>
              <a:cxnLst/>
              <a:rect l="l" t="t" r="r" b="b"/>
              <a:pathLst>
                <a:path w="5517" h="4463" fill="none" extrusionOk="0">
                  <a:moveTo>
                    <a:pt x="5517" y="1"/>
                  </a:moveTo>
                  <a:cubicBezTo>
                    <a:pt x="4107" y="1621"/>
                    <a:pt x="1832" y="3341"/>
                    <a:pt x="1" y="4462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5851700" y="3677500"/>
              <a:ext cx="89125" cy="115400"/>
            </a:xfrm>
            <a:custGeom>
              <a:avLst/>
              <a:gdLst/>
              <a:ahLst/>
              <a:cxnLst/>
              <a:rect l="l" t="t" r="r" b="b"/>
              <a:pathLst>
                <a:path w="3565" h="4616" extrusionOk="0">
                  <a:moveTo>
                    <a:pt x="3317" y="1"/>
                  </a:moveTo>
                  <a:cubicBezTo>
                    <a:pt x="3265" y="1"/>
                    <a:pt x="3212" y="15"/>
                    <a:pt x="3165" y="38"/>
                  </a:cubicBezTo>
                  <a:cubicBezTo>
                    <a:pt x="2954" y="138"/>
                    <a:pt x="2787" y="305"/>
                    <a:pt x="2632" y="471"/>
                  </a:cubicBezTo>
                  <a:cubicBezTo>
                    <a:pt x="2188" y="970"/>
                    <a:pt x="1844" y="1536"/>
                    <a:pt x="1489" y="2114"/>
                  </a:cubicBezTo>
                  <a:cubicBezTo>
                    <a:pt x="1200" y="2613"/>
                    <a:pt x="923" y="3146"/>
                    <a:pt x="623" y="3645"/>
                  </a:cubicBezTo>
                  <a:cubicBezTo>
                    <a:pt x="468" y="3889"/>
                    <a:pt x="301" y="4144"/>
                    <a:pt x="124" y="4389"/>
                  </a:cubicBezTo>
                  <a:cubicBezTo>
                    <a:pt x="1" y="4558"/>
                    <a:pt x="6" y="4616"/>
                    <a:pt x="68" y="4616"/>
                  </a:cubicBezTo>
                  <a:cubicBezTo>
                    <a:pt x="139" y="4616"/>
                    <a:pt x="288" y="4538"/>
                    <a:pt x="401" y="4466"/>
                  </a:cubicBezTo>
                  <a:cubicBezTo>
                    <a:pt x="1400" y="3778"/>
                    <a:pt x="2255" y="2924"/>
                    <a:pt x="2932" y="1936"/>
                  </a:cubicBezTo>
                  <a:cubicBezTo>
                    <a:pt x="3265" y="1470"/>
                    <a:pt x="3564" y="926"/>
                    <a:pt x="3564" y="338"/>
                  </a:cubicBezTo>
                  <a:cubicBezTo>
                    <a:pt x="3564" y="227"/>
                    <a:pt x="3542" y="94"/>
                    <a:pt x="3453" y="38"/>
                  </a:cubicBezTo>
                  <a:cubicBezTo>
                    <a:pt x="3411" y="12"/>
                    <a:pt x="3364" y="1"/>
                    <a:pt x="3317" y="1"/>
                  </a:cubicBezTo>
                  <a:close/>
                </a:path>
              </a:pathLst>
            </a:custGeom>
            <a:solidFill>
              <a:srgbClr val="62A3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5874475" y="3692875"/>
              <a:ext cx="54125" cy="77700"/>
            </a:xfrm>
            <a:custGeom>
              <a:avLst/>
              <a:gdLst/>
              <a:ahLst/>
              <a:cxnLst/>
              <a:rect l="l" t="t" r="r" b="b"/>
              <a:pathLst>
                <a:path w="2165" h="3108" fill="none" extrusionOk="0">
                  <a:moveTo>
                    <a:pt x="2165" y="0"/>
                  </a:moveTo>
                  <a:cubicBezTo>
                    <a:pt x="1677" y="1043"/>
                    <a:pt x="767" y="2264"/>
                    <a:pt x="1" y="310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5"/>
            <p:cNvSpPr/>
            <p:nvPr/>
          </p:nvSpPr>
          <p:spPr>
            <a:xfrm>
              <a:off x="5864775" y="3683350"/>
              <a:ext cx="314375" cy="119050"/>
            </a:xfrm>
            <a:custGeom>
              <a:avLst/>
              <a:gdLst/>
              <a:ahLst/>
              <a:cxnLst/>
              <a:rect l="l" t="t" r="r" b="b"/>
              <a:pathLst>
                <a:path w="12575" h="4762" extrusionOk="0">
                  <a:moveTo>
                    <a:pt x="10528" y="1"/>
                  </a:moveTo>
                  <a:cubicBezTo>
                    <a:pt x="9707" y="1"/>
                    <a:pt x="8871" y="183"/>
                    <a:pt x="8080" y="415"/>
                  </a:cubicBezTo>
                  <a:cubicBezTo>
                    <a:pt x="5472" y="1158"/>
                    <a:pt x="2986" y="2401"/>
                    <a:pt x="822" y="4032"/>
                  </a:cubicBezTo>
                  <a:cubicBezTo>
                    <a:pt x="436" y="4310"/>
                    <a:pt x="0" y="4762"/>
                    <a:pt x="367" y="4762"/>
                  </a:cubicBezTo>
                  <a:cubicBezTo>
                    <a:pt x="454" y="4762"/>
                    <a:pt x="587" y="4736"/>
                    <a:pt x="777" y="4676"/>
                  </a:cubicBezTo>
                  <a:cubicBezTo>
                    <a:pt x="1432" y="4465"/>
                    <a:pt x="2098" y="4299"/>
                    <a:pt x="2764" y="4143"/>
                  </a:cubicBezTo>
                  <a:cubicBezTo>
                    <a:pt x="4051" y="3855"/>
                    <a:pt x="5372" y="3644"/>
                    <a:pt x="6670" y="3378"/>
                  </a:cubicBezTo>
                  <a:cubicBezTo>
                    <a:pt x="8135" y="3078"/>
                    <a:pt x="9600" y="2712"/>
                    <a:pt x="10987" y="2135"/>
                  </a:cubicBezTo>
                  <a:cubicBezTo>
                    <a:pt x="11476" y="1924"/>
                    <a:pt x="11942" y="1691"/>
                    <a:pt x="12297" y="1302"/>
                  </a:cubicBezTo>
                  <a:cubicBezTo>
                    <a:pt x="12441" y="1136"/>
                    <a:pt x="12574" y="914"/>
                    <a:pt x="12519" y="692"/>
                  </a:cubicBezTo>
                  <a:cubicBezTo>
                    <a:pt x="12452" y="437"/>
                    <a:pt x="12175" y="304"/>
                    <a:pt x="11942" y="215"/>
                  </a:cubicBezTo>
                  <a:cubicBezTo>
                    <a:pt x="11483" y="63"/>
                    <a:pt x="11008" y="1"/>
                    <a:pt x="10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5"/>
            <p:cNvSpPr/>
            <p:nvPr/>
          </p:nvSpPr>
          <p:spPr>
            <a:xfrm>
              <a:off x="5933850" y="3710350"/>
              <a:ext cx="205350" cy="60225"/>
            </a:xfrm>
            <a:custGeom>
              <a:avLst/>
              <a:gdLst/>
              <a:ahLst/>
              <a:cxnLst/>
              <a:rect l="l" t="t" r="r" b="b"/>
              <a:pathLst>
                <a:path w="8214" h="2409" fill="none" extrusionOk="0">
                  <a:moveTo>
                    <a:pt x="8213" y="0"/>
                  </a:moveTo>
                  <a:cubicBezTo>
                    <a:pt x="5627" y="289"/>
                    <a:pt x="2354" y="1377"/>
                    <a:pt x="1" y="2409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5"/>
            <p:cNvSpPr/>
            <p:nvPr/>
          </p:nvSpPr>
          <p:spPr>
            <a:xfrm>
              <a:off x="5845350" y="3783000"/>
              <a:ext cx="247225" cy="51225"/>
            </a:xfrm>
            <a:custGeom>
              <a:avLst/>
              <a:gdLst/>
              <a:ahLst/>
              <a:cxnLst/>
              <a:rect l="l" t="t" r="r" b="b"/>
              <a:pathLst>
                <a:path w="9889" h="2049" extrusionOk="0">
                  <a:moveTo>
                    <a:pt x="5297" y="0"/>
                  </a:moveTo>
                  <a:cubicBezTo>
                    <a:pt x="3828" y="0"/>
                    <a:pt x="2365" y="202"/>
                    <a:pt x="955" y="601"/>
                  </a:cubicBezTo>
                  <a:cubicBezTo>
                    <a:pt x="544" y="712"/>
                    <a:pt x="1" y="979"/>
                    <a:pt x="744" y="1012"/>
                  </a:cubicBezTo>
                  <a:cubicBezTo>
                    <a:pt x="1244" y="1045"/>
                    <a:pt x="1754" y="1112"/>
                    <a:pt x="2242" y="1190"/>
                  </a:cubicBezTo>
                  <a:cubicBezTo>
                    <a:pt x="3219" y="1334"/>
                    <a:pt x="4162" y="1545"/>
                    <a:pt x="5128" y="1711"/>
                  </a:cubicBezTo>
                  <a:cubicBezTo>
                    <a:pt x="6106" y="1903"/>
                    <a:pt x="7112" y="2049"/>
                    <a:pt x="8120" y="2049"/>
                  </a:cubicBezTo>
                  <a:cubicBezTo>
                    <a:pt x="8222" y="2049"/>
                    <a:pt x="8323" y="2047"/>
                    <a:pt x="8424" y="2044"/>
                  </a:cubicBezTo>
                  <a:cubicBezTo>
                    <a:pt x="8812" y="2033"/>
                    <a:pt x="9201" y="2000"/>
                    <a:pt x="9545" y="1822"/>
                  </a:cubicBezTo>
                  <a:cubicBezTo>
                    <a:pt x="9700" y="1756"/>
                    <a:pt x="9833" y="1633"/>
                    <a:pt x="9867" y="1467"/>
                  </a:cubicBezTo>
                  <a:cubicBezTo>
                    <a:pt x="9889" y="1267"/>
                    <a:pt x="9733" y="1112"/>
                    <a:pt x="9600" y="990"/>
                  </a:cubicBezTo>
                  <a:cubicBezTo>
                    <a:pt x="8846" y="379"/>
                    <a:pt x="7858" y="169"/>
                    <a:pt x="6892" y="80"/>
                  </a:cubicBezTo>
                  <a:cubicBezTo>
                    <a:pt x="6362" y="27"/>
                    <a:pt x="5829" y="0"/>
                    <a:pt x="5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5"/>
            <p:cNvSpPr/>
            <p:nvPr/>
          </p:nvSpPr>
          <p:spPr>
            <a:xfrm>
              <a:off x="5905825" y="3800250"/>
              <a:ext cx="157075" cy="15825"/>
            </a:xfrm>
            <a:custGeom>
              <a:avLst/>
              <a:gdLst/>
              <a:ahLst/>
              <a:cxnLst/>
              <a:rect l="l" t="t" r="r" b="b"/>
              <a:pathLst>
                <a:path w="6283" h="633" fill="none" extrusionOk="0">
                  <a:moveTo>
                    <a:pt x="6282" y="633"/>
                  </a:moveTo>
                  <a:cubicBezTo>
                    <a:pt x="4440" y="133"/>
                    <a:pt x="1910" y="0"/>
                    <a:pt x="1" y="78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5"/>
            <p:cNvSpPr/>
            <p:nvPr/>
          </p:nvSpPr>
          <p:spPr>
            <a:xfrm>
              <a:off x="5356775" y="3736425"/>
              <a:ext cx="554900" cy="278225"/>
            </a:xfrm>
            <a:custGeom>
              <a:avLst/>
              <a:gdLst/>
              <a:ahLst/>
              <a:cxnLst/>
              <a:rect l="l" t="t" r="r" b="b"/>
              <a:pathLst>
                <a:path w="22196" h="11129" extrusionOk="0">
                  <a:moveTo>
                    <a:pt x="18664" y="1"/>
                  </a:moveTo>
                  <a:cubicBezTo>
                    <a:pt x="18001" y="1"/>
                    <a:pt x="17313" y="208"/>
                    <a:pt x="16669" y="445"/>
                  </a:cubicBezTo>
                  <a:cubicBezTo>
                    <a:pt x="13895" y="1421"/>
                    <a:pt x="11198" y="2631"/>
                    <a:pt x="8601" y="4007"/>
                  </a:cubicBezTo>
                  <a:cubicBezTo>
                    <a:pt x="6226" y="5250"/>
                    <a:pt x="3563" y="6560"/>
                    <a:pt x="1465" y="8235"/>
                  </a:cubicBezTo>
                  <a:cubicBezTo>
                    <a:pt x="655" y="8901"/>
                    <a:pt x="0" y="10100"/>
                    <a:pt x="1054" y="10899"/>
                  </a:cubicBezTo>
                  <a:cubicBezTo>
                    <a:pt x="1266" y="11057"/>
                    <a:pt x="1738" y="11129"/>
                    <a:pt x="2403" y="11129"/>
                  </a:cubicBezTo>
                  <a:cubicBezTo>
                    <a:pt x="6314" y="11129"/>
                    <a:pt x="16901" y="8651"/>
                    <a:pt x="20542" y="6659"/>
                  </a:cubicBezTo>
                  <a:cubicBezTo>
                    <a:pt x="21097" y="6349"/>
                    <a:pt x="21652" y="5971"/>
                    <a:pt x="21907" y="5405"/>
                  </a:cubicBezTo>
                  <a:cubicBezTo>
                    <a:pt x="22196" y="4728"/>
                    <a:pt x="21974" y="3940"/>
                    <a:pt x="21741" y="3230"/>
                  </a:cubicBezTo>
                  <a:cubicBezTo>
                    <a:pt x="21330" y="2020"/>
                    <a:pt x="20809" y="667"/>
                    <a:pt x="19632" y="178"/>
                  </a:cubicBezTo>
                  <a:cubicBezTo>
                    <a:pt x="19322" y="52"/>
                    <a:pt x="18996" y="1"/>
                    <a:pt x="186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5"/>
            <p:cNvSpPr/>
            <p:nvPr/>
          </p:nvSpPr>
          <p:spPr>
            <a:xfrm>
              <a:off x="5429125" y="3824350"/>
              <a:ext cx="233425" cy="119750"/>
            </a:xfrm>
            <a:custGeom>
              <a:avLst/>
              <a:gdLst/>
              <a:ahLst/>
              <a:cxnLst/>
              <a:rect l="l" t="t" r="r" b="b"/>
              <a:pathLst>
                <a:path w="9337" h="4790" extrusionOk="0">
                  <a:moveTo>
                    <a:pt x="8819" y="0"/>
                  </a:moveTo>
                  <a:cubicBezTo>
                    <a:pt x="8536" y="0"/>
                    <a:pt x="8244" y="109"/>
                    <a:pt x="7982" y="224"/>
                  </a:cubicBezTo>
                  <a:cubicBezTo>
                    <a:pt x="5885" y="1111"/>
                    <a:pt x="3843" y="2110"/>
                    <a:pt x="1867" y="3231"/>
                  </a:cubicBezTo>
                  <a:cubicBezTo>
                    <a:pt x="1368" y="3509"/>
                    <a:pt x="868" y="3808"/>
                    <a:pt x="391" y="4141"/>
                  </a:cubicBezTo>
                  <a:cubicBezTo>
                    <a:pt x="236" y="4230"/>
                    <a:pt x="91" y="4363"/>
                    <a:pt x="47" y="4541"/>
                  </a:cubicBezTo>
                  <a:cubicBezTo>
                    <a:pt x="1" y="4723"/>
                    <a:pt x="99" y="4790"/>
                    <a:pt x="271" y="4790"/>
                  </a:cubicBezTo>
                  <a:cubicBezTo>
                    <a:pt x="718" y="4790"/>
                    <a:pt x="1661" y="4335"/>
                    <a:pt x="1845" y="4263"/>
                  </a:cubicBezTo>
                  <a:cubicBezTo>
                    <a:pt x="2588" y="3986"/>
                    <a:pt x="3321" y="3708"/>
                    <a:pt x="4053" y="3398"/>
                  </a:cubicBezTo>
                  <a:cubicBezTo>
                    <a:pt x="5507" y="2809"/>
                    <a:pt x="6939" y="2144"/>
                    <a:pt x="8304" y="1333"/>
                  </a:cubicBezTo>
                  <a:cubicBezTo>
                    <a:pt x="8670" y="1111"/>
                    <a:pt x="9059" y="845"/>
                    <a:pt x="9258" y="457"/>
                  </a:cubicBezTo>
                  <a:cubicBezTo>
                    <a:pt x="9303" y="379"/>
                    <a:pt x="9336" y="268"/>
                    <a:pt x="9281" y="168"/>
                  </a:cubicBezTo>
                  <a:cubicBezTo>
                    <a:pt x="9247" y="102"/>
                    <a:pt x="9170" y="68"/>
                    <a:pt x="9114" y="46"/>
                  </a:cubicBezTo>
                  <a:cubicBezTo>
                    <a:pt x="9018" y="14"/>
                    <a:pt x="8919" y="0"/>
                    <a:pt x="8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5682775" y="3781575"/>
              <a:ext cx="94225" cy="44450"/>
            </a:xfrm>
            <a:custGeom>
              <a:avLst/>
              <a:gdLst/>
              <a:ahLst/>
              <a:cxnLst/>
              <a:rect l="l" t="t" r="r" b="b"/>
              <a:pathLst>
                <a:path w="3769" h="1778" extrusionOk="0">
                  <a:moveTo>
                    <a:pt x="3284" y="1"/>
                  </a:moveTo>
                  <a:cubicBezTo>
                    <a:pt x="3263" y="1"/>
                    <a:pt x="3241" y="2"/>
                    <a:pt x="3219" y="4"/>
                  </a:cubicBezTo>
                  <a:lnTo>
                    <a:pt x="3163" y="4"/>
                  </a:lnTo>
                  <a:cubicBezTo>
                    <a:pt x="2408" y="92"/>
                    <a:pt x="1676" y="281"/>
                    <a:pt x="988" y="636"/>
                  </a:cubicBezTo>
                  <a:cubicBezTo>
                    <a:pt x="655" y="780"/>
                    <a:pt x="300" y="1025"/>
                    <a:pt x="78" y="1324"/>
                  </a:cubicBezTo>
                  <a:cubicBezTo>
                    <a:pt x="56" y="1369"/>
                    <a:pt x="11" y="1424"/>
                    <a:pt x="11" y="1480"/>
                  </a:cubicBezTo>
                  <a:cubicBezTo>
                    <a:pt x="0" y="1580"/>
                    <a:pt x="78" y="1668"/>
                    <a:pt x="178" y="1713"/>
                  </a:cubicBezTo>
                  <a:cubicBezTo>
                    <a:pt x="287" y="1759"/>
                    <a:pt x="403" y="1777"/>
                    <a:pt x="521" y="1777"/>
                  </a:cubicBezTo>
                  <a:cubicBezTo>
                    <a:pt x="858" y="1777"/>
                    <a:pt x="1214" y="1628"/>
                    <a:pt x="1509" y="1546"/>
                  </a:cubicBezTo>
                  <a:cubicBezTo>
                    <a:pt x="1965" y="1424"/>
                    <a:pt x="2431" y="1224"/>
                    <a:pt x="2841" y="991"/>
                  </a:cubicBezTo>
                  <a:cubicBezTo>
                    <a:pt x="3074" y="858"/>
                    <a:pt x="3341" y="725"/>
                    <a:pt x="3518" y="525"/>
                  </a:cubicBezTo>
                  <a:cubicBezTo>
                    <a:pt x="3769" y="243"/>
                    <a:pt x="3617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45"/>
          <p:cNvGrpSpPr/>
          <p:nvPr/>
        </p:nvGrpSpPr>
        <p:grpSpPr>
          <a:xfrm rot="-3928294">
            <a:off x="8132183" y="1534168"/>
            <a:ext cx="2365451" cy="1405983"/>
            <a:chOff x="5427525" y="2698500"/>
            <a:chExt cx="1037950" cy="617000"/>
          </a:xfrm>
        </p:grpSpPr>
        <p:sp>
          <p:nvSpPr>
            <p:cNvPr id="519" name="Google Shape;519;p45"/>
            <p:cNvSpPr/>
            <p:nvPr/>
          </p:nvSpPr>
          <p:spPr>
            <a:xfrm>
              <a:off x="5427525" y="2698500"/>
              <a:ext cx="1037950" cy="617000"/>
            </a:xfrm>
            <a:custGeom>
              <a:avLst/>
              <a:gdLst/>
              <a:ahLst/>
              <a:cxnLst/>
              <a:rect l="l" t="t" r="r" b="b"/>
              <a:pathLst>
                <a:path w="41518" h="24680" extrusionOk="0">
                  <a:moveTo>
                    <a:pt x="1964" y="0"/>
                  </a:moveTo>
                  <a:cubicBezTo>
                    <a:pt x="0" y="6415"/>
                    <a:pt x="3119" y="13229"/>
                    <a:pt x="8068" y="17968"/>
                  </a:cubicBezTo>
                  <a:cubicBezTo>
                    <a:pt x="12175" y="21905"/>
                    <a:pt x="17890" y="24680"/>
                    <a:pt x="23626" y="24680"/>
                  </a:cubicBezTo>
                  <a:cubicBezTo>
                    <a:pt x="25409" y="24680"/>
                    <a:pt x="27193" y="24412"/>
                    <a:pt x="28932" y="23828"/>
                  </a:cubicBezTo>
                  <a:cubicBezTo>
                    <a:pt x="34248" y="22019"/>
                    <a:pt x="38865" y="17513"/>
                    <a:pt x="41517" y="13695"/>
                  </a:cubicBezTo>
                  <a:cubicBezTo>
                    <a:pt x="33782" y="11398"/>
                    <a:pt x="4018" y="711"/>
                    <a:pt x="1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5"/>
            <p:cNvSpPr/>
            <p:nvPr/>
          </p:nvSpPr>
          <p:spPr>
            <a:xfrm>
              <a:off x="5473300" y="2712925"/>
              <a:ext cx="941125" cy="557775"/>
            </a:xfrm>
            <a:custGeom>
              <a:avLst/>
              <a:gdLst/>
              <a:ahLst/>
              <a:cxnLst/>
              <a:rect l="l" t="t" r="r" b="b"/>
              <a:pathLst>
                <a:path w="37645" h="22311" extrusionOk="0">
                  <a:moveTo>
                    <a:pt x="1743" y="0"/>
                  </a:moveTo>
                  <a:lnTo>
                    <a:pt x="1743" y="0"/>
                  </a:lnTo>
                  <a:cubicBezTo>
                    <a:pt x="0" y="5794"/>
                    <a:pt x="2841" y="11953"/>
                    <a:pt x="7314" y="16226"/>
                  </a:cubicBezTo>
                  <a:cubicBezTo>
                    <a:pt x="11031" y="19791"/>
                    <a:pt x="16210" y="22310"/>
                    <a:pt x="21414" y="22310"/>
                  </a:cubicBezTo>
                  <a:cubicBezTo>
                    <a:pt x="23014" y="22310"/>
                    <a:pt x="24617" y="22072"/>
                    <a:pt x="26180" y="21553"/>
                  </a:cubicBezTo>
                  <a:cubicBezTo>
                    <a:pt x="31008" y="19943"/>
                    <a:pt x="35225" y="15882"/>
                    <a:pt x="37644" y="12430"/>
                  </a:cubicBezTo>
                  <a:cubicBezTo>
                    <a:pt x="30597" y="10333"/>
                    <a:pt x="3618" y="633"/>
                    <a:pt x="17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5"/>
            <p:cNvSpPr/>
            <p:nvPr/>
          </p:nvSpPr>
          <p:spPr>
            <a:xfrm>
              <a:off x="5522400" y="2728450"/>
              <a:ext cx="864825" cy="511450"/>
            </a:xfrm>
            <a:custGeom>
              <a:avLst/>
              <a:gdLst/>
              <a:ahLst/>
              <a:cxnLst/>
              <a:rect l="l" t="t" r="r" b="b"/>
              <a:pathLst>
                <a:path w="34593" h="20458" extrusionOk="0">
                  <a:moveTo>
                    <a:pt x="1576" y="1"/>
                  </a:moveTo>
                  <a:cubicBezTo>
                    <a:pt x="1" y="5328"/>
                    <a:pt x="2631" y="10977"/>
                    <a:pt x="6715" y="14883"/>
                  </a:cubicBezTo>
                  <a:cubicBezTo>
                    <a:pt x="10143" y="18150"/>
                    <a:pt x="14895" y="20458"/>
                    <a:pt x="19671" y="20458"/>
                  </a:cubicBezTo>
                  <a:cubicBezTo>
                    <a:pt x="21126" y="20458"/>
                    <a:pt x="22583" y="20244"/>
                    <a:pt x="24005" y="19777"/>
                  </a:cubicBezTo>
                  <a:cubicBezTo>
                    <a:pt x="28445" y="18313"/>
                    <a:pt x="32340" y="14595"/>
                    <a:pt x="34593" y="11421"/>
                  </a:cubicBezTo>
                  <a:cubicBezTo>
                    <a:pt x="28101" y="9490"/>
                    <a:pt x="3297" y="589"/>
                    <a:pt x="15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5"/>
            <p:cNvSpPr/>
            <p:nvPr/>
          </p:nvSpPr>
          <p:spPr>
            <a:xfrm>
              <a:off x="5796800" y="3009625"/>
              <a:ext cx="20825" cy="30750"/>
            </a:xfrm>
            <a:custGeom>
              <a:avLst/>
              <a:gdLst/>
              <a:ahLst/>
              <a:cxnLst/>
              <a:rect l="l" t="t" r="r" b="b"/>
              <a:pathLst>
                <a:path w="833" h="1230" extrusionOk="0">
                  <a:moveTo>
                    <a:pt x="631" y="0"/>
                  </a:moveTo>
                  <a:cubicBezTo>
                    <a:pt x="617" y="0"/>
                    <a:pt x="603" y="2"/>
                    <a:pt x="589" y="7"/>
                  </a:cubicBezTo>
                  <a:cubicBezTo>
                    <a:pt x="533" y="18"/>
                    <a:pt x="455" y="52"/>
                    <a:pt x="422" y="85"/>
                  </a:cubicBezTo>
                  <a:cubicBezTo>
                    <a:pt x="378" y="129"/>
                    <a:pt x="344" y="174"/>
                    <a:pt x="322" y="207"/>
                  </a:cubicBezTo>
                  <a:cubicBezTo>
                    <a:pt x="333" y="196"/>
                    <a:pt x="344" y="174"/>
                    <a:pt x="367" y="163"/>
                  </a:cubicBezTo>
                  <a:lnTo>
                    <a:pt x="367" y="163"/>
                  </a:lnTo>
                  <a:cubicBezTo>
                    <a:pt x="322" y="207"/>
                    <a:pt x="289" y="251"/>
                    <a:pt x="267" y="307"/>
                  </a:cubicBezTo>
                  <a:cubicBezTo>
                    <a:pt x="256" y="351"/>
                    <a:pt x="222" y="385"/>
                    <a:pt x="211" y="418"/>
                  </a:cubicBezTo>
                  <a:cubicBezTo>
                    <a:pt x="167" y="496"/>
                    <a:pt x="134" y="562"/>
                    <a:pt x="100" y="640"/>
                  </a:cubicBezTo>
                  <a:cubicBezTo>
                    <a:pt x="89" y="662"/>
                    <a:pt x="67" y="684"/>
                    <a:pt x="67" y="695"/>
                  </a:cubicBezTo>
                  <a:cubicBezTo>
                    <a:pt x="23" y="773"/>
                    <a:pt x="23" y="806"/>
                    <a:pt x="12" y="884"/>
                  </a:cubicBezTo>
                  <a:cubicBezTo>
                    <a:pt x="12" y="917"/>
                    <a:pt x="0" y="951"/>
                    <a:pt x="0" y="995"/>
                  </a:cubicBezTo>
                  <a:cubicBezTo>
                    <a:pt x="0" y="1106"/>
                    <a:pt x="67" y="1195"/>
                    <a:pt x="189" y="1228"/>
                  </a:cubicBezTo>
                  <a:cubicBezTo>
                    <a:pt x="200" y="1229"/>
                    <a:pt x="210" y="1230"/>
                    <a:pt x="220" y="1230"/>
                  </a:cubicBezTo>
                  <a:cubicBezTo>
                    <a:pt x="306" y="1230"/>
                    <a:pt x="375" y="1191"/>
                    <a:pt x="444" y="1161"/>
                  </a:cubicBezTo>
                  <a:cubicBezTo>
                    <a:pt x="511" y="1073"/>
                    <a:pt x="589" y="1028"/>
                    <a:pt x="622" y="962"/>
                  </a:cubicBezTo>
                  <a:cubicBezTo>
                    <a:pt x="655" y="917"/>
                    <a:pt x="666" y="884"/>
                    <a:pt x="677" y="851"/>
                  </a:cubicBezTo>
                  <a:cubicBezTo>
                    <a:pt x="722" y="751"/>
                    <a:pt x="766" y="662"/>
                    <a:pt x="788" y="562"/>
                  </a:cubicBezTo>
                  <a:cubicBezTo>
                    <a:pt x="822" y="462"/>
                    <a:pt x="833" y="362"/>
                    <a:pt x="822" y="263"/>
                  </a:cubicBezTo>
                  <a:lnTo>
                    <a:pt x="822" y="207"/>
                  </a:lnTo>
                  <a:cubicBezTo>
                    <a:pt x="811" y="140"/>
                    <a:pt x="788" y="96"/>
                    <a:pt x="755" y="63"/>
                  </a:cubicBezTo>
                  <a:cubicBezTo>
                    <a:pt x="720" y="28"/>
                    <a:pt x="67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5"/>
            <p:cNvSpPr/>
            <p:nvPr/>
          </p:nvSpPr>
          <p:spPr>
            <a:xfrm>
              <a:off x="5960775" y="3079725"/>
              <a:ext cx="15275" cy="29825"/>
            </a:xfrm>
            <a:custGeom>
              <a:avLst/>
              <a:gdLst/>
              <a:ahLst/>
              <a:cxnLst/>
              <a:rect l="l" t="t" r="r" b="b"/>
              <a:pathLst>
                <a:path w="611" h="1193" extrusionOk="0">
                  <a:moveTo>
                    <a:pt x="387" y="0"/>
                  </a:moveTo>
                  <a:cubicBezTo>
                    <a:pt x="363" y="0"/>
                    <a:pt x="341" y="10"/>
                    <a:pt x="322" y="33"/>
                  </a:cubicBezTo>
                  <a:cubicBezTo>
                    <a:pt x="267" y="100"/>
                    <a:pt x="189" y="189"/>
                    <a:pt x="167" y="277"/>
                  </a:cubicBezTo>
                  <a:lnTo>
                    <a:pt x="133" y="533"/>
                  </a:lnTo>
                  <a:cubicBezTo>
                    <a:pt x="111" y="577"/>
                    <a:pt x="100" y="610"/>
                    <a:pt x="100" y="644"/>
                  </a:cubicBezTo>
                  <a:cubicBezTo>
                    <a:pt x="100" y="655"/>
                    <a:pt x="89" y="688"/>
                    <a:pt x="89" y="699"/>
                  </a:cubicBezTo>
                  <a:lnTo>
                    <a:pt x="89" y="710"/>
                  </a:lnTo>
                  <a:cubicBezTo>
                    <a:pt x="56" y="766"/>
                    <a:pt x="56" y="821"/>
                    <a:pt x="45" y="877"/>
                  </a:cubicBezTo>
                  <a:cubicBezTo>
                    <a:pt x="34" y="932"/>
                    <a:pt x="0" y="999"/>
                    <a:pt x="34" y="1076"/>
                  </a:cubicBezTo>
                  <a:cubicBezTo>
                    <a:pt x="52" y="1142"/>
                    <a:pt x="127" y="1192"/>
                    <a:pt x="211" y="1192"/>
                  </a:cubicBezTo>
                  <a:cubicBezTo>
                    <a:pt x="225" y="1192"/>
                    <a:pt x="240" y="1191"/>
                    <a:pt x="256" y="1187"/>
                  </a:cubicBezTo>
                  <a:cubicBezTo>
                    <a:pt x="300" y="1165"/>
                    <a:pt x="333" y="1110"/>
                    <a:pt x="378" y="1054"/>
                  </a:cubicBezTo>
                  <a:cubicBezTo>
                    <a:pt x="422" y="999"/>
                    <a:pt x="466" y="965"/>
                    <a:pt x="478" y="888"/>
                  </a:cubicBezTo>
                  <a:cubicBezTo>
                    <a:pt x="500" y="799"/>
                    <a:pt x="533" y="710"/>
                    <a:pt x="555" y="610"/>
                  </a:cubicBezTo>
                  <a:cubicBezTo>
                    <a:pt x="589" y="522"/>
                    <a:pt x="589" y="422"/>
                    <a:pt x="600" y="322"/>
                  </a:cubicBezTo>
                  <a:cubicBezTo>
                    <a:pt x="611" y="211"/>
                    <a:pt x="544" y="133"/>
                    <a:pt x="478" y="44"/>
                  </a:cubicBezTo>
                  <a:cubicBezTo>
                    <a:pt x="452" y="19"/>
                    <a:pt x="419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5"/>
            <p:cNvSpPr/>
            <p:nvPr/>
          </p:nvSpPr>
          <p:spPr>
            <a:xfrm>
              <a:off x="6100050" y="3092150"/>
              <a:ext cx="17225" cy="24775"/>
            </a:xfrm>
            <a:custGeom>
              <a:avLst/>
              <a:gdLst/>
              <a:ahLst/>
              <a:cxnLst/>
              <a:rect l="l" t="t" r="r" b="b"/>
              <a:pathLst>
                <a:path w="689" h="991" extrusionOk="0">
                  <a:moveTo>
                    <a:pt x="529" y="0"/>
                  </a:moveTo>
                  <a:cubicBezTo>
                    <a:pt x="502" y="0"/>
                    <a:pt x="475" y="12"/>
                    <a:pt x="455" y="36"/>
                  </a:cubicBezTo>
                  <a:lnTo>
                    <a:pt x="422" y="58"/>
                  </a:lnTo>
                  <a:cubicBezTo>
                    <a:pt x="400" y="80"/>
                    <a:pt x="389" y="91"/>
                    <a:pt x="356" y="102"/>
                  </a:cubicBezTo>
                  <a:lnTo>
                    <a:pt x="311" y="147"/>
                  </a:lnTo>
                  <a:cubicBezTo>
                    <a:pt x="278" y="191"/>
                    <a:pt x="245" y="224"/>
                    <a:pt x="222" y="280"/>
                  </a:cubicBezTo>
                  <a:cubicBezTo>
                    <a:pt x="234" y="269"/>
                    <a:pt x="245" y="246"/>
                    <a:pt x="256" y="224"/>
                  </a:cubicBezTo>
                  <a:lnTo>
                    <a:pt x="256" y="224"/>
                  </a:lnTo>
                  <a:cubicBezTo>
                    <a:pt x="245" y="258"/>
                    <a:pt x="234" y="269"/>
                    <a:pt x="222" y="302"/>
                  </a:cubicBezTo>
                  <a:cubicBezTo>
                    <a:pt x="200" y="324"/>
                    <a:pt x="200" y="357"/>
                    <a:pt x="189" y="380"/>
                  </a:cubicBezTo>
                  <a:lnTo>
                    <a:pt x="189" y="391"/>
                  </a:lnTo>
                  <a:cubicBezTo>
                    <a:pt x="134" y="557"/>
                    <a:pt x="0" y="835"/>
                    <a:pt x="178" y="946"/>
                  </a:cubicBezTo>
                  <a:cubicBezTo>
                    <a:pt x="199" y="977"/>
                    <a:pt x="230" y="989"/>
                    <a:pt x="281" y="990"/>
                  </a:cubicBezTo>
                  <a:lnTo>
                    <a:pt x="281" y="990"/>
                  </a:lnTo>
                  <a:cubicBezTo>
                    <a:pt x="316" y="990"/>
                    <a:pt x="349" y="988"/>
                    <a:pt x="367" y="979"/>
                  </a:cubicBezTo>
                  <a:cubicBezTo>
                    <a:pt x="444" y="968"/>
                    <a:pt x="478" y="912"/>
                    <a:pt x="522" y="857"/>
                  </a:cubicBezTo>
                  <a:cubicBezTo>
                    <a:pt x="533" y="824"/>
                    <a:pt x="566" y="779"/>
                    <a:pt x="578" y="757"/>
                  </a:cubicBezTo>
                  <a:cubicBezTo>
                    <a:pt x="611" y="713"/>
                    <a:pt x="622" y="657"/>
                    <a:pt x="633" y="602"/>
                  </a:cubicBezTo>
                  <a:cubicBezTo>
                    <a:pt x="644" y="557"/>
                    <a:pt x="666" y="535"/>
                    <a:pt x="666" y="491"/>
                  </a:cubicBezTo>
                  <a:cubicBezTo>
                    <a:pt x="677" y="435"/>
                    <a:pt x="689" y="391"/>
                    <a:pt x="689" y="335"/>
                  </a:cubicBezTo>
                  <a:cubicBezTo>
                    <a:pt x="689" y="302"/>
                    <a:pt x="677" y="246"/>
                    <a:pt x="677" y="202"/>
                  </a:cubicBezTo>
                  <a:cubicBezTo>
                    <a:pt x="677" y="191"/>
                    <a:pt x="677" y="169"/>
                    <a:pt x="666" y="158"/>
                  </a:cubicBezTo>
                  <a:cubicBezTo>
                    <a:pt x="644" y="136"/>
                    <a:pt x="644" y="113"/>
                    <a:pt x="622" y="102"/>
                  </a:cubicBezTo>
                  <a:cubicBezTo>
                    <a:pt x="622" y="91"/>
                    <a:pt x="622" y="80"/>
                    <a:pt x="611" y="58"/>
                  </a:cubicBezTo>
                  <a:cubicBezTo>
                    <a:pt x="598" y="20"/>
                    <a:pt x="564" y="0"/>
                    <a:pt x="529" y="0"/>
                  </a:cubicBezTo>
                  <a:close/>
                  <a:moveTo>
                    <a:pt x="281" y="990"/>
                  </a:moveTo>
                  <a:cubicBezTo>
                    <a:pt x="273" y="990"/>
                    <a:pt x="264" y="990"/>
                    <a:pt x="256" y="990"/>
                  </a:cubicBezTo>
                  <a:lnTo>
                    <a:pt x="289" y="990"/>
                  </a:lnTo>
                  <a:cubicBezTo>
                    <a:pt x="286" y="990"/>
                    <a:pt x="284" y="990"/>
                    <a:pt x="281" y="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5"/>
            <p:cNvSpPr/>
            <p:nvPr/>
          </p:nvSpPr>
          <p:spPr>
            <a:xfrm>
              <a:off x="6200775" y="3068700"/>
              <a:ext cx="15275" cy="31850"/>
            </a:xfrm>
            <a:custGeom>
              <a:avLst/>
              <a:gdLst/>
              <a:ahLst/>
              <a:cxnLst/>
              <a:rect l="l" t="t" r="r" b="b"/>
              <a:pathLst>
                <a:path w="611" h="1274" extrusionOk="0">
                  <a:moveTo>
                    <a:pt x="415" y="0"/>
                  </a:moveTo>
                  <a:cubicBezTo>
                    <a:pt x="390" y="0"/>
                    <a:pt x="362" y="7"/>
                    <a:pt x="333" y="19"/>
                  </a:cubicBezTo>
                  <a:cubicBezTo>
                    <a:pt x="277" y="41"/>
                    <a:pt x="244" y="86"/>
                    <a:pt x="200" y="141"/>
                  </a:cubicBezTo>
                  <a:cubicBezTo>
                    <a:pt x="167" y="186"/>
                    <a:pt x="155" y="219"/>
                    <a:pt x="144" y="263"/>
                  </a:cubicBezTo>
                  <a:cubicBezTo>
                    <a:pt x="100" y="363"/>
                    <a:pt x="78" y="452"/>
                    <a:pt x="56" y="563"/>
                  </a:cubicBezTo>
                  <a:cubicBezTo>
                    <a:pt x="44" y="607"/>
                    <a:pt x="44" y="652"/>
                    <a:pt x="33" y="696"/>
                  </a:cubicBezTo>
                  <a:cubicBezTo>
                    <a:pt x="22" y="752"/>
                    <a:pt x="0" y="818"/>
                    <a:pt x="0" y="874"/>
                  </a:cubicBezTo>
                  <a:cubicBezTo>
                    <a:pt x="0" y="929"/>
                    <a:pt x="33" y="985"/>
                    <a:pt x="33" y="1040"/>
                  </a:cubicBezTo>
                  <a:cubicBezTo>
                    <a:pt x="44" y="1085"/>
                    <a:pt x="44" y="1118"/>
                    <a:pt x="56" y="1162"/>
                  </a:cubicBezTo>
                  <a:cubicBezTo>
                    <a:pt x="78" y="1229"/>
                    <a:pt x="144" y="1273"/>
                    <a:pt x="211" y="1273"/>
                  </a:cubicBezTo>
                  <a:cubicBezTo>
                    <a:pt x="277" y="1273"/>
                    <a:pt x="333" y="1229"/>
                    <a:pt x="377" y="1173"/>
                  </a:cubicBezTo>
                  <a:cubicBezTo>
                    <a:pt x="411" y="1129"/>
                    <a:pt x="477" y="1040"/>
                    <a:pt x="499" y="963"/>
                  </a:cubicBezTo>
                  <a:cubicBezTo>
                    <a:pt x="544" y="863"/>
                    <a:pt x="544" y="752"/>
                    <a:pt x="577" y="652"/>
                  </a:cubicBezTo>
                  <a:cubicBezTo>
                    <a:pt x="588" y="552"/>
                    <a:pt x="610" y="463"/>
                    <a:pt x="599" y="352"/>
                  </a:cubicBezTo>
                  <a:cubicBezTo>
                    <a:pt x="599" y="308"/>
                    <a:pt x="599" y="263"/>
                    <a:pt x="588" y="208"/>
                  </a:cubicBezTo>
                  <a:cubicBezTo>
                    <a:pt x="577" y="141"/>
                    <a:pt x="555" y="97"/>
                    <a:pt x="522" y="52"/>
                  </a:cubicBezTo>
                  <a:cubicBezTo>
                    <a:pt x="494" y="18"/>
                    <a:pt x="457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5"/>
            <p:cNvSpPr/>
            <p:nvPr/>
          </p:nvSpPr>
          <p:spPr>
            <a:xfrm>
              <a:off x="5900275" y="2959000"/>
              <a:ext cx="26400" cy="31150"/>
            </a:xfrm>
            <a:custGeom>
              <a:avLst/>
              <a:gdLst/>
              <a:ahLst/>
              <a:cxnLst/>
              <a:rect l="l" t="t" r="r" b="b"/>
              <a:pathLst>
                <a:path w="1056" h="1246" extrusionOk="0">
                  <a:moveTo>
                    <a:pt x="811" y="0"/>
                  </a:moveTo>
                  <a:cubicBezTo>
                    <a:pt x="804" y="0"/>
                    <a:pt x="796" y="1"/>
                    <a:pt x="789" y="1"/>
                  </a:cubicBezTo>
                  <a:cubicBezTo>
                    <a:pt x="578" y="24"/>
                    <a:pt x="423" y="223"/>
                    <a:pt x="301" y="356"/>
                  </a:cubicBezTo>
                  <a:cubicBezTo>
                    <a:pt x="234" y="423"/>
                    <a:pt x="179" y="523"/>
                    <a:pt x="123" y="601"/>
                  </a:cubicBezTo>
                  <a:cubicBezTo>
                    <a:pt x="90" y="645"/>
                    <a:pt x="79" y="667"/>
                    <a:pt x="68" y="712"/>
                  </a:cubicBezTo>
                  <a:cubicBezTo>
                    <a:pt x="56" y="745"/>
                    <a:pt x="34" y="778"/>
                    <a:pt x="23" y="823"/>
                  </a:cubicBezTo>
                  <a:cubicBezTo>
                    <a:pt x="12" y="867"/>
                    <a:pt x="23" y="911"/>
                    <a:pt x="23" y="945"/>
                  </a:cubicBezTo>
                  <a:cubicBezTo>
                    <a:pt x="12" y="1000"/>
                    <a:pt x="1" y="1078"/>
                    <a:pt x="12" y="1133"/>
                  </a:cubicBezTo>
                  <a:cubicBezTo>
                    <a:pt x="22" y="1194"/>
                    <a:pt x="97" y="1246"/>
                    <a:pt x="169" y="1246"/>
                  </a:cubicBezTo>
                  <a:cubicBezTo>
                    <a:pt x="176" y="1246"/>
                    <a:pt x="183" y="1245"/>
                    <a:pt x="190" y="1244"/>
                  </a:cubicBezTo>
                  <a:cubicBezTo>
                    <a:pt x="278" y="1222"/>
                    <a:pt x="334" y="1189"/>
                    <a:pt x="389" y="1144"/>
                  </a:cubicBezTo>
                  <a:cubicBezTo>
                    <a:pt x="400" y="1146"/>
                    <a:pt x="411" y="1147"/>
                    <a:pt x="422" y="1147"/>
                  </a:cubicBezTo>
                  <a:cubicBezTo>
                    <a:pt x="474" y="1147"/>
                    <a:pt x="521" y="1124"/>
                    <a:pt x="567" y="1078"/>
                  </a:cubicBezTo>
                  <a:cubicBezTo>
                    <a:pt x="589" y="1045"/>
                    <a:pt x="622" y="1022"/>
                    <a:pt x="645" y="978"/>
                  </a:cubicBezTo>
                  <a:cubicBezTo>
                    <a:pt x="722" y="889"/>
                    <a:pt x="800" y="811"/>
                    <a:pt x="844" y="712"/>
                  </a:cubicBezTo>
                  <a:cubicBezTo>
                    <a:pt x="889" y="645"/>
                    <a:pt x="911" y="578"/>
                    <a:pt x="955" y="490"/>
                  </a:cubicBezTo>
                  <a:cubicBezTo>
                    <a:pt x="1000" y="390"/>
                    <a:pt x="1055" y="257"/>
                    <a:pt x="1011" y="146"/>
                  </a:cubicBezTo>
                  <a:cubicBezTo>
                    <a:pt x="980" y="63"/>
                    <a:pt x="902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5"/>
            <p:cNvSpPr/>
            <p:nvPr/>
          </p:nvSpPr>
          <p:spPr>
            <a:xfrm>
              <a:off x="5661125" y="2864200"/>
              <a:ext cx="23050" cy="22050"/>
            </a:xfrm>
            <a:custGeom>
              <a:avLst/>
              <a:gdLst/>
              <a:ahLst/>
              <a:cxnLst/>
              <a:rect l="l" t="t" r="r" b="b"/>
              <a:pathLst>
                <a:path w="922" h="882" extrusionOk="0">
                  <a:moveTo>
                    <a:pt x="658" y="1"/>
                  </a:moveTo>
                  <a:cubicBezTo>
                    <a:pt x="611" y="1"/>
                    <a:pt x="561" y="15"/>
                    <a:pt x="511" y="42"/>
                  </a:cubicBezTo>
                  <a:cubicBezTo>
                    <a:pt x="500" y="42"/>
                    <a:pt x="489" y="53"/>
                    <a:pt x="478" y="53"/>
                  </a:cubicBezTo>
                  <a:cubicBezTo>
                    <a:pt x="433" y="64"/>
                    <a:pt x="389" y="76"/>
                    <a:pt x="345" y="109"/>
                  </a:cubicBezTo>
                  <a:cubicBezTo>
                    <a:pt x="322" y="131"/>
                    <a:pt x="289" y="153"/>
                    <a:pt x="267" y="175"/>
                  </a:cubicBezTo>
                  <a:cubicBezTo>
                    <a:pt x="211" y="231"/>
                    <a:pt x="156" y="286"/>
                    <a:pt x="123" y="342"/>
                  </a:cubicBezTo>
                  <a:cubicBezTo>
                    <a:pt x="112" y="386"/>
                    <a:pt x="89" y="431"/>
                    <a:pt x="67" y="464"/>
                  </a:cubicBezTo>
                  <a:cubicBezTo>
                    <a:pt x="56" y="486"/>
                    <a:pt x="56" y="508"/>
                    <a:pt x="45" y="519"/>
                  </a:cubicBezTo>
                  <a:lnTo>
                    <a:pt x="1" y="653"/>
                  </a:lnTo>
                  <a:cubicBezTo>
                    <a:pt x="1" y="686"/>
                    <a:pt x="12" y="719"/>
                    <a:pt x="34" y="741"/>
                  </a:cubicBezTo>
                  <a:cubicBezTo>
                    <a:pt x="45" y="786"/>
                    <a:pt x="56" y="830"/>
                    <a:pt x="100" y="852"/>
                  </a:cubicBezTo>
                  <a:cubicBezTo>
                    <a:pt x="129" y="873"/>
                    <a:pt x="161" y="881"/>
                    <a:pt x="195" y="881"/>
                  </a:cubicBezTo>
                  <a:cubicBezTo>
                    <a:pt x="215" y="881"/>
                    <a:pt x="235" y="879"/>
                    <a:pt x="256" y="875"/>
                  </a:cubicBezTo>
                  <a:cubicBezTo>
                    <a:pt x="322" y="875"/>
                    <a:pt x="378" y="875"/>
                    <a:pt x="433" y="830"/>
                  </a:cubicBezTo>
                  <a:cubicBezTo>
                    <a:pt x="444" y="819"/>
                    <a:pt x="478" y="797"/>
                    <a:pt x="489" y="786"/>
                  </a:cubicBezTo>
                  <a:cubicBezTo>
                    <a:pt x="533" y="741"/>
                    <a:pt x="589" y="719"/>
                    <a:pt x="622" y="675"/>
                  </a:cubicBezTo>
                  <a:cubicBezTo>
                    <a:pt x="666" y="675"/>
                    <a:pt x="689" y="675"/>
                    <a:pt x="711" y="630"/>
                  </a:cubicBezTo>
                  <a:cubicBezTo>
                    <a:pt x="722" y="619"/>
                    <a:pt x="744" y="597"/>
                    <a:pt x="755" y="575"/>
                  </a:cubicBezTo>
                  <a:cubicBezTo>
                    <a:pt x="766" y="564"/>
                    <a:pt x="777" y="542"/>
                    <a:pt x="800" y="519"/>
                  </a:cubicBezTo>
                  <a:cubicBezTo>
                    <a:pt x="811" y="508"/>
                    <a:pt x="822" y="486"/>
                    <a:pt x="833" y="464"/>
                  </a:cubicBezTo>
                  <a:cubicBezTo>
                    <a:pt x="866" y="431"/>
                    <a:pt x="877" y="375"/>
                    <a:pt x="877" y="331"/>
                  </a:cubicBezTo>
                  <a:cubicBezTo>
                    <a:pt x="877" y="320"/>
                    <a:pt x="888" y="297"/>
                    <a:pt x="888" y="275"/>
                  </a:cubicBezTo>
                  <a:cubicBezTo>
                    <a:pt x="922" y="175"/>
                    <a:pt x="877" y="98"/>
                    <a:pt x="788" y="42"/>
                  </a:cubicBezTo>
                  <a:cubicBezTo>
                    <a:pt x="750" y="15"/>
                    <a:pt x="705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5"/>
            <p:cNvSpPr/>
            <p:nvPr/>
          </p:nvSpPr>
          <p:spPr>
            <a:xfrm>
              <a:off x="5725775" y="2965325"/>
              <a:ext cx="20850" cy="27300"/>
            </a:xfrm>
            <a:custGeom>
              <a:avLst/>
              <a:gdLst/>
              <a:ahLst/>
              <a:cxnLst/>
              <a:rect l="l" t="t" r="r" b="b"/>
              <a:pathLst>
                <a:path w="834" h="1092" extrusionOk="0">
                  <a:moveTo>
                    <a:pt x="639" y="0"/>
                  </a:moveTo>
                  <a:cubicBezTo>
                    <a:pt x="610" y="0"/>
                    <a:pt x="581" y="8"/>
                    <a:pt x="555" y="26"/>
                  </a:cubicBezTo>
                  <a:cubicBezTo>
                    <a:pt x="522" y="59"/>
                    <a:pt x="489" y="70"/>
                    <a:pt x="455" y="103"/>
                  </a:cubicBezTo>
                  <a:cubicBezTo>
                    <a:pt x="400" y="137"/>
                    <a:pt x="355" y="192"/>
                    <a:pt x="322" y="248"/>
                  </a:cubicBezTo>
                  <a:cubicBezTo>
                    <a:pt x="278" y="303"/>
                    <a:pt x="233" y="381"/>
                    <a:pt x="189" y="436"/>
                  </a:cubicBezTo>
                  <a:cubicBezTo>
                    <a:pt x="156" y="503"/>
                    <a:pt x="89" y="581"/>
                    <a:pt x="67" y="669"/>
                  </a:cubicBezTo>
                  <a:cubicBezTo>
                    <a:pt x="34" y="736"/>
                    <a:pt x="23" y="825"/>
                    <a:pt x="11" y="891"/>
                  </a:cubicBezTo>
                  <a:cubicBezTo>
                    <a:pt x="0" y="969"/>
                    <a:pt x="34" y="1058"/>
                    <a:pt x="122" y="1080"/>
                  </a:cubicBezTo>
                  <a:cubicBezTo>
                    <a:pt x="143" y="1088"/>
                    <a:pt x="163" y="1091"/>
                    <a:pt x="182" y="1091"/>
                  </a:cubicBezTo>
                  <a:cubicBezTo>
                    <a:pt x="246" y="1091"/>
                    <a:pt x="302" y="1051"/>
                    <a:pt x="344" y="991"/>
                  </a:cubicBezTo>
                  <a:cubicBezTo>
                    <a:pt x="355" y="969"/>
                    <a:pt x="378" y="958"/>
                    <a:pt x="378" y="947"/>
                  </a:cubicBezTo>
                  <a:lnTo>
                    <a:pt x="389" y="936"/>
                  </a:lnTo>
                  <a:cubicBezTo>
                    <a:pt x="400" y="903"/>
                    <a:pt x="433" y="880"/>
                    <a:pt x="455" y="847"/>
                  </a:cubicBezTo>
                  <a:cubicBezTo>
                    <a:pt x="511" y="780"/>
                    <a:pt x="555" y="692"/>
                    <a:pt x="600" y="614"/>
                  </a:cubicBezTo>
                  <a:cubicBezTo>
                    <a:pt x="633" y="547"/>
                    <a:pt x="666" y="492"/>
                    <a:pt x="711" y="414"/>
                  </a:cubicBezTo>
                  <a:cubicBezTo>
                    <a:pt x="733" y="381"/>
                    <a:pt x="766" y="348"/>
                    <a:pt x="777" y="292"/>
                  </a:cubicBezTo>
                  <a:cubicBezTo>
                    <a:pt x="788" y="270"/>
                    <a:pt x="799" y="226"/>
                    <a:pt x="799" y="192"/>
                  </a:cubicBezTo>
                  <a:cubicBezTo>
                    <a:pt x="834" y="90"/>
                    <a:pt x="736" y="0"/>
                    <a:pt x="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5"/>
            <p:cNvSpPr/>
            <p:nvPr/>
          </p:nvSpPr>
          <p:spPr>
            <a:xfrm>
              <a:off x="5878925" y="3133025"/>
              <a:ext cx="15275" cy="20725"/>
            </a:xfrm>
            <a:custGeom>
              <a:avLst/>
              <a:gdLst/>
              <a:ahLst/>
              <a:cxnLst/>
              <a:rect l="l" t="t" r="r" b="b"/>
              <a:pathLst>
                <a:path w="611" h="829" extrusionOk="0">
                  <a:moveTo>
                    <a:pt x="501" y="1"/>
                  </a:moveTo>
                  <a:cubicBezTo>
                    <a:pt x="493" y="1"/>
                    <a:pt x="484" y="3"/>
                    <a:pt x="478" y="10"/>
                  </a:cubicBezTo>
                  <a:lnTo>
                    <a:pt x="467" y="10"/>
                  </a:lnTo>
                  <a:cubicBezTo>
                    <a:pt x="356" y="10"/>
                    <a:pt x="245" y="76"/>
                    <a:pt x="189" y="176"/>
                  </a:cubicBezTo>
                  <a:cubicBezTo>
                    <a:pt x="145" y="232"/>
                    <a:pt x="111" y="298"/>
                    <a:pt x="78" y="354"/>
                  </a:cubicBezTo>
                  <a:lnTo>
                    <a:pt x="34" y="432"/>
                  </a:lnTo>
                  <a:cubicBezTo>
                    <a:pt x="0" y="487"/>
                    <a:pt x="0" y="543"/>
                    <a:pt x="0" y="598"/>
                  </a:cubicBezTo>
                  <a:lnTo>
                    <a:pt x="0" y="687"/>
                  </a:lnTo>
                  <a:cubicBezTo>
                    <a:pt x="0" y="731"/>
                    <a:pt x="23" y="753"/>
                    <a:pt x="34" y="787"/>
                  </a:cubicBezTo>
                  <a:cubicBezTo>
                    <a:pt x="42" y="811"/>
                    <a:pt x="67" y="829"/>
                    <a:pt x="97" y="829"/>
                  </a:cubicBezTo>
                  <a:cubicBezTo>
                    <a:pt x="109" y="829"/>
                    <a:pt x="121" y="826"/>
                    <a:pt x="134" y="820"/>
                  </a:cubicBezTo>
                  <a:cubicBezTo>
                    <a:pt x="156" y="809"/>
                    <a:pt x="200" y="809"/>
                    <a:pt x="222" y="798"/>
                  </a:cubicBezTo>
                  <a:cubicBezTo>
                    <a:pt x="256" y="787"/>
                    <a:pt x="267" y="764"/>
                    <a:pt x="300" y="753"/>
                  </a:cubicBezTo>
                  <a:cubicBezTo>
                    <a:pt x="322" y="698"/>
                    <a:pt x="378" y="676"/>
                    <a:pt x="422" y="620"/>
                  </a:cubicBezTo>
                  <a:cubicBezTo>
                    <a:pt x="433" y="587"/>
                    <a:pt x="444" y="565"/>
                    <a:pt x="478" y="531"/>
                  </a:cubicBezTo>
                  <a:cubicBezTo>
                    <a:pt x="500" y="476"/>
                    <a:pt x="533" y="409"/>
                    <a:pt x="555" y="354"/>
                  </a:cubicBezTo>
                  <a:cubicBezTo>
                    <a:pt x="600" y="254"/>
                    <a:pt x="611" y="132"/>
                    <a:pt x="544" y="43"/>
                  </a:cubicBezTo>
                  <a:lnTo>
                    <a:pt x="544" y="32"/>
                  </a:lnTo>
                  <a:cubicBezTo>
                    <a:pt x="544" y="16"/>
                    <a:pt x="522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5"/>
            <p:cNvSpPr/>
            <p:nvPr/>
          </p:nvSpPr>
          <p:spPr>
            <a:xfrm>
              <a:off x="6039300" y="3167100"/>
              <a:ext cx="15275" cy="28000"/>
            </a:xfrm>
            <a:custGeom>
              <a:avLst/>
              <a:gdLst/>
              <a:ahLst/>
              <a:cxnLst/>
              <a:rect l="l" t="t" r="r" b="b"/>
              <a:pathLst>
                <a:path w="611" h="1120" extrusionOk="0">
                  <a:moveTo>
                    <a:pt x="400" y="1"/>
                  </a:moveTo>
                  <a:cubicBezTo>
                    <a:pt x="344" y="1"/>
                    <a:pt x="300" y="1"/>
                    <a:pt x="266" y="34"/>
                  </a:cubicBezTo>
                  <a:cubicBezTo>
                    <a:pt x="266" y="34"/>
                    <a:pt x="244" y="34"/>
                    <a:pt x="244" y="45"/>
                  </a:cubicBezTo>
                  <a:cubicBezTo>
                    <a:pt x="211" y="56"/>
                    <a:pt x="167" y="90"/>
                    <a:pt x="133" y="112"/>
                  </a:cubicBezTo>
                  <a:cubicBezTo>
                    <a:pt x="111" y="145"/>
                    <a:pt x="100" y="167"/>
                    <a:pt x="78" y="212"/>
                  </a:cubicBezTo>
                  <a:lnTo>
                    <a:pt x="44" y="289"/>
                  </a:lnTo>
                  <a:cubicBezTo>
                    <a:pt x="22" y="323"/>
                    <a:pt x="11" y="345"/>
                    <a:pt x="11" y="378"/>
                  </a:cubicBezTo>
                  <a:cubicBezTo>
                    <a:pt x="11" y="411"/>
                    <a:pt x="11" y="434"/>
                    <a:pt x="0" y="478"/>
                  </a:cubicBezTo>
                  <a:lnTo>
                    <a:pt x="0" y="522"/>
                  </a:lnTo>
                  <a:lnTo>
                    <a:pt x="0" y="611"/>
                  </a:lnTo>
                  <a:cubicBezTo>
                    <a:pt x="0" y="700"/>
                    <a:pt x="22" y="767"/>
                    <a:pt x="56" y="855"/>
                  </a:cubicBezTo>
                  <a:cubicBezTo>
                    <a:pt x="67" y="877"/>
                    <a:pt x="78" y="911"/>
                    <a:pt x="78" y="933"/>
                  </a:cubicBezTo>
                  <a:cubicBezTo>
                    <a:pt x="78" y="944"/>
                    <a:pt x="100" y="966"/>
                    <a:pt x="100" y="977"/>
                  </a:cubicBezTo>
                  <a:cubicBezTo>
                    <a:pt x="111" y="988"/>
                    <a:pt x="111" y="1022"/>
                    <a:pt x="122" y="1033"/>
                  </a:cubicBezTo>
                  <a:cubicBezTo>
                    <a:pt x="155" y="1055"/>
                    <a:pt x="178" y="1088"/>
                    <a:pt x="211" y="1099"/>
                  </a:cubicBezTo>
                  <a:cubicBezTo>
                    <a:pt x="232" y="1113"/>
                    <a:pt x="257" y="1120"/>
                    <a:pt x="284" y="1120"/>
                  </a:cubicBezTo>
                  <a:cubicBezTo>
                    <a:pt x="342" y="1120"/>
                    <a:pt x="406" y="1090"/>
                    <a:pt x="444" y="1044"/>
                  </a:cubicBezTo>
                  <a:cubicBezTo>
                    <a:pt x="499" y="944"/>
                    <a:pt x="499" y="866"/>
                    <a:pt x="522" y="778"/>
                  </a:cubicBezTo>
                  <a:cubicBezTo>
                    <a:pt x="544" y="722"/>
                    <a:pt x="555" y="667"/>
                    <a:pt x="566" y="600"/>
                  </a:cubicBezTo>
                  <a:cubicBezTo>
                    <a:pt x="577" y="522"/>
                    <a:pt x="610" y="434"/>
                    <a:pt x="599" y="367"/>
                  </a:cubicBezTo>
                  <a:lnTo>
                    <a:pt x="599" y="278"/>
                  </a:lnTo>
                  <a:cubicBezTo>
                    <a:pt x="599" y="256"/>
                    <a:pt x="599" y="212"/>
                    <a:pt x="577" y="178"/>
                  </a:cubicBezTo>
                  <a:cubicBezTo>
                    <a:pt x="566" y="145"/>
                    <a:pt x="555" y="112"/>
                    <a:pt x="522" y="90"/>
                  </a:cubicBezTo>
                  <a:cubicBezTo>
                    <a:pt x="522" y="90"/>
                    <a:pt x="522" y="67"/>
                    <a:pt x="511" y="67"/>
                  </a:cubicBezTo>
                  <a:cubicBezTo>
                    <a:pt x="499" y="34"/>
                    <a:pt x="444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5"/>
            <p:cNvSpPr/>
            <p:nvPr/>
          </p:nvSpPr>
          <p:spPr>
            <a:xfrm>
              <a:off x="6054275" y="2997650"/>
              <a:ext cx="18325" cy="23000"/>
            </a:xfrm>
            <a:custGeom>
              <a:avLst/>
              <a:gdLst/>
              <a:ahLst/>
              <a:cxnLst/>
              <a:rect l="l" t="t" r="r" b="b"/>
              <a:pathLst>
                <a:path w="733" h="920" extrusionOk="0">
                  <a:moveTo>
                    <a:pt x="484" y="1"/>
                  </a:moveTo>
                  <a:cubicBezTo>
                    <a:pt x="464" y="1"/>
                    <a:pt x="444" y="4"/>
                    <a:pt x="422" y="9"/>
                  </a:cubicBezTo>
                  <a:cubicBezTo>
                    <a:pt x="411" y="9"/>
                    <a:pt x="411" y="9"/>
                    <a:pt x="400" y="31"/>
                  </a:cubicBezTo>
                  <a:lnTo>
                    <a:pt x="389" y="31"/>
                  </a:lnTo>
                  <a:cubicBezTo>
                    <a:pt x="300" y="42"/>
                    <a:pt x="244" y="87"/>
                    <a:pt x="189" y="153"/>
                  </a:cubicBezTo>
                  <a:cubicBezTo>
                    <a:pt x="167" y="198"/>
                    <a:pt x="145" y="231"/>
                    <a:pt x="122" y="275"/>
                  </a:cubicBezTo>
                  <a:cubicBezTo>
                    <a:pt x="89" y="342"/>
                    <a:pt x="67" y="397"/>
                    <a:pt x="34" y="475"/>
                  </a:cubicBezTo>
                  <a:cubicBezTo>
                    <a:pt x="11" y="531"/>
                    <a:pt x="0" y="586"/>
                    <a:pt x="11" y="653"/>
                  </a:cubicBezTo>
                  <a:cubicBezTo>
                    <a:pt x="11" y="675"/>
                    <a:pt x="23" y="719"/>
                    <a:pt x="34" y="753"/>
                  </a:cubicBezTo>
                  <a:cubicBezTo>
                    <a:pt x="34" y="764"/>
                    <a:pt x="34" y="775"/>
                    <a:pt x="56" y="786"/>
                  </a:cubicBezTo>
                  <a:cubicBezTo>
                    <a:pt x="71" y="875"/>
                    <a:pt x="150" y="919"/>
                    <a:pt x="230" y="919"/>
                  </a:cubicBezTo>
                  <a:cubicBezTo>
                    <a:pt x="270" y="919"/>
                    <a:pt x="311" y="908"/>
                    <a:pt x="344" y="886"/>
                  </a:cubicBezTo>
                  <a:cubicBezTo>
                    <a:pt x="355" y="875"/>
                    <a:pt x="367" y="864"/>
                    <a:pt x="400" y="841"/>
                  </a:cubicBezTo>
                  <a:cubicBezTo>
                    <a:pt x="411" y="841"/>
                    <a:pt x="444" y="830"/>
                    <a:pt x="455" y="819"/>
                  </a:cubicBezTo>
                  <a:cubicBezTo>
                    <a:pt x="500" y="786"/>
                    <a:pt x="511" y="775"/>
                    <a:pt x="533" y="764"/>
                  </a:cubicBezTo>
                  <a:cubicBezTo>
                    <a:pt x="577" y="719"/>
                    <a:pt x="589" y="675"/>
                    <a:pt x="611" y="619"/>
                  </a:cubicBezTo>
                  <a:cubicBezTo>
                    <a:pt x="633" y="553"/>
                    <a:pt x="666" y="486"/>
                    <a:pt x="677" y="431"/>
                  </a:cubicBezTo>
                  <a:cubicBezTo>
                    <a:pt x="688" y="397"/>
                    <a:pt x="699" y="364"/>
                    <a:pt x="722" y="331"/>
                  </a:cubicBezTo>
                  <a:cubicBezTo>
                    <a:pt x="733" y="264"/>
                    <a:pt x="722" y="176"/>
                    <a:pt x="677" y="120"/>
                  </a:cubicBezTo>
                  <a:cubicBezTo>
                    <a:pt x="677" y="109"/>
                    <a:pt x="666" y="98"/>
                    <a:pt x="644" y="98"/>
                  </a:cubicBezTo>
                  <a:lnTo>
                    <a:pt x="633" y="87"/>
                  </a:lnTo>
                  <a:cubicBezTo>
                    <a:pt x="599" y="28"/>
                    <a:pt x="547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5"/>
            <p:cNvSpPr/>
            <p:nvPr/>
          </p:nvSpPr>
          <p:spPr>
            <a:xfrm>
              <a:off x="6165525" y="2998425"/>
              <a:ext cx="17225" cy="27475"/>
            </a:xfrm>
            <a:custGeom>
              <a:avLst/>
              <a:gdLst/>
              <a:ahLst/>
              <a:cxnLst/>
              <a:rect l="l" t="t" r="r" b="b"/>
              <a:pathLst>
                <a:path w="689" h="1099" extrusionOk="0">
                  <a:moveTo>
                    <a:pt x="411" y="0"/>
                  </a:moveTo>
                  <a:cubicBezTo>
                    <a:pt x="378" y="0"/>
                    <a:pt x="322" y="22"/>
                    <a:pt x="289" y="56"/>
                  </a:cubicBezTo>
                  <a:lnTo>
                    <a:pt x="278" y="56"/>
                  </a:lnTo>
                  <a:cubicBezTo>
                    <a:pt x="267" y="67"/>
                    <a:pt x="245" y="78"/>
                    <a:pt x="234" y="100"/>
                  </a:cubicBezTo>
                  <a:cubicBezTo>
                    <a:pt x="211" y="145"/>
                    <a:pt x="189" y="189"/>
                    <a:pt x="167" y="233"/>
                  </a:cubicBezTo>
                  <a:cubicBezTo>
                    <a:pt x="123" y="289"/>
                    <a:pt x="100" y="355"/>
                    <a:pt x="67" y="422"/>
                  </a:cubicBezTo>
                  <a:cubicBezTo>
                    <a:pt x="45" y="522"/>
                    <a:pt x="23" y="633"/>
                    <a:pt x="12" y="733"/>
                  </a:cubicBezTo>
                  <a:cubicBezTo>
                    <a:pt x="1" y="799"/>
                    <a:pt x="12" y="855"/>
                    <a:pt x="45" y="910"/>
                  </a:cubicBezTo>
                  <a:cubicBezTo>
                    <a:pt x="56" y="955"/>
                    <a:pt x="100" y="977"/>
                    <a:pt x="123" y="1010"/>
                  </a:cubicBezTo>
                  <a:lnTo>
                    <a:pt x="123" y="1021"/>
                  </a:lnTo>
                  <a:cubicBezTo>
                    <a:pt x="156" y="1066"/>
                    <a:pt x="211" y="1088"/>
                    <a:pt x="267" y="1099"/>
                  </a:cubicBezTo>
                  <a:cubicBezTo>
                    <a:pt x="300" y="1099"/>
                    <a:pt x="345" y="1088"/>
                    <a:pt x="378" y="1077"/>
                  </a:cubicBezTo>
                  <a:lnTo>
                    <a:pt x="400" y="1077"/>
                  </a:lnTo>
                  <a:cubicBezTo>
                    <a:pt x="456" y="1032"/>
                    <a:pt x="500" y="1021"/>
                    <a:pt x="522" y="999"/>
                  </a:cubicBezTo>
                  <a:cubicBezTo>
                    <a:pt x="578" y="955"/>
                    <a:pt x="622" y="899"/>
                    <a:pt x="622" y="833"/>
                  </a:cubicBezTo>
                  <a:cubicBezTo>
                    <a:pt x="633" y="733"/>
                    <a:pt x="666" y="633"/>
                    <a:pt x="678" y="522"/>
                  </a:cubicBezTo>
                  <a:cubicBezTo>
                    <a:pt x="689" y="455"/>
                    <a:pt x="678" y="389"/>
                    <a:pt x="666" y="333"/>
                  </a:cubicBezTo>
                  <a:cubicBezTo>
                    <a:pt x="655" y="278"/>
                    <a:pt x="655" y="233"/>
                    <a:pt x="633" y="178"/>
                  </a:cubicBezTo>
                  <a:cubicBezTo>
                    <a:pt x="622" y="89"/>
                    <a:pt x="567" y="11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5"/>
            <p:cNvSpPr/>
            <p:nvPr/>
          </p:nvSpPr>
          <p:spPr>
            <a:xfrm>
              <a:off x="6283725" y="3044875"/>
              <a:ext cx="13900" cy="26850"/>
            </a:xfrm>
            <a:custGeom>
              <a:avLst/>
              <a:gdLst/>
              <a:ahLst/>
              <a:cxnLst/>
              <a:rect l="l" t="t" r="r" b="b"/>
              <a:pathLst>
                <a:path w="556" h="1074" extrusionOk="0">
                  <a:moveTo>
                    <a:pt x="318" y="0"/>
                  </a:moveTo>
                  <a:cubicBezTo>
                    <a:pt x="301" y="0"/>
                    <a:pt x="283" y="3"/>
                    <a:pt x="267" y="7"/>
                  </a:cubicBezTo>
                  <a:cubicBezTo>
                    <a:pt x="256" y="29"/>
                    <a:pt x="222" y="40"/>
                    <a:pt x="211" y="40"/>
                  </a:cubicBezTo>
                  <a:cubicBezTo>
                    <a:pt x="167" y="62"/>
                    <a:pt x="122" y="107"/>
                    <a:pt x="111" y="162"/>
                  </a:cubicBezTo>
                  <a:cubicBezTo>
                    <a:pt x="100" y="184"/>
                    <a:pt x="100" y="206"/>
                    <a:pt x="89" y="229"/>
                  </a:cubicBezTo>
                  <a:cubicBezTo>
                    <a:pt x="67" y="295"/>
                    <a:pt x="45" y="373"/>
                    <a:pt x="34" y="440"/>
                  </a:cubicBezTo>
                  <a:cubicBezTo>
                    <a:pt x="11" y="506"/>
                    <a:pt x="11" y="573"/>
                    <a:pt x="0" y="650"/>
                  </a:cubicBezTo>
                  <a:cubicBezTo>
                    <a:pt x="0" y="706"/>
                    <a:pt x="0" y="739"/>
                    <a:pt x="11" y="795"/>
                  </a:cubicBezTo>
                  <a:cubicBezTo>
                    <a:pt x="11" y="817"/>
                    <a:pt x="23" y="828"/>
                    <a:pt x="23" y="850"/>
                  </a:cubicBezTo>
                  <a:cubicBezTo>
                    <a:pt x="45" y="883"/>
                    <a:pt x="45" y="928"/>
                    <a:pt x="56" y="950"/>
                  </a:cubicBezTo>
                  <a:cubicBezTo>
                    <a:pt x="78" y="1017"/>
                    <a:pt x="156" y="1072"/>
                    <a:pt x="222" y="1072"/>
                  </a:cubicBezTo>
                  <a:cubicBezTo>
                    <a:pt x="234" y="1073"/>
                    <a:pt x="245" y="1074"/>
                    <a:pt x="255" y="1074"/>
                  </a:cubicBezTo>
                  <a:cubicBezTo>
                    <a:pt x="347" y="1074"/>
                    <a:pt x="404" y="1032"/>
                    <a:pt x="444" y="972"/>
                  </a:cubicBezTo>
                  <a:cubicBezTo>
                    <a:pt x="489" y="895"/>
                    <a:pt x="544" y="817"/>
                    <a:pt x="544" y="728"/>
                  </a:cubicBezTo>
                  <a:cubicBezTo>
                    <a:pt x="555" y="661"/>
                    <a:pt x="555" y="595"/>
                    <a:pt x="555" y="528"/>
                  </a:cubicBezTo>
                  <a:lnTo>
                    <a:pt x="555" y="373"/>
                  </a:lnTo>
                  <a:cubicBezTo>
                    <a:pt x="555" y="340"/>
                    <a:pt x="555" y="306"/>
                    <a:pt x="544" y="273"/>
                  </a:cubicBezTo>
                  <a:lnTo>
                    <a:pt x="544" y="218"/>
                  </a:lnTo>
                  <a:cubicBezTo>
                    <a:pt x="533" y="162"/>
                    <a:pt x="500" y="107"/>
                    <a:pt x="455" y="62"/>
                  </a:cubicBezTo>
                  <a:cubicBezTo>
                    <a:pt x="444" y="51"/>
                    <a:pt x="433" y="40"/>
                    <a:pt x="400" y="29"/>
                  </a:cubicBezTo>
                  <a:cubicBezTo>
                    <a:pt x="379" y="8"/>
                    <a:pt x="349" y="0"/>
                    <a:pt x="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5"/>
            <p:cNvSpPr/>
            <p:nvPr/>
          </p:nvSpPr>
          <p:spPr>
            <a:xfrm>
              <a:off x="6163025" y="3151750"/>
              <a:ext cx="9750" cy="25475"/>
            </a:xfrm>
            <a:custGeom>
              <a:avLst/>
              <a:gdLst/>
              <a:ahLst/>
              <a:cxnLst/>
              <a:rect l="l" t="t" r="r" b="b"/>
              <a:pathLst>
                <a:path w="390" h="1019" extrusionOk="0">
                  <a:moveTo>
                    <a:pt x="279" y="0"/>
                  </a:moveTo>
                  <a:cubicBezTo>
                    <a:pt x="246" y="0"/>
                    <a:pt x="217" y="13"/>
                    <a:pt x="200" y="38"/>
                  </a:cubicBezTo>
                  <a:cubicBezTo>
                    <a:pt x="167" y="60"/>
                    <a:pt x="156" y="104"/>
                    <a:pt x="123" y="126"/>
                  </a:cubicBezTo>
                  <a:cubicBezTo>
                    <a:pt x="101" y="171"/>
                    <a:pt x="89" y="215"/>
                    <a:pt x="67" y="260"/>
                  </a:cubicBezTo>
                  <a:cubicBezTo>
                    <a:pt x="56" y="326"/>
                    <a:pt x="34" y="393"/>
                    <a:pt x="12" y="482"/>
                  </a:cubicBezTo>
                  <a:cubicBezTo>
                    <a:pt x="12" y="515"/>
                    <a:pt x="1" y="548"/>
                    <a:pt x="1" y="593"/>
                  </a:cubicBezTo>
                  <a:lnTo>
                    <a:pt x="1" y="648"/>
                  </a:lnTo>
                  <a:cubicBezTo>
                    <a:pt x="1" y="681"/>
                    <a:pt x="1" y="715"/>
                    <a:pt x="12" y="759"/>
                  </a:cubicBezTo>
                  <a:cubicBezTo>
                    <a:pt x="23" y="826"/>
                    <a:pt x="45" y="892"/>
                    <a:pt x="67" y="959"/>
                  </a:cubicBezTo>
                  <a:cubicBezTo>
                    <a:pt x="88" y="999"/>
                    <a:pt x="129" y="1019"/>
                    <a:pt x="169" y="1019"/>
                  </a:cubicBezTo>
                  <a:cubicBezTo>
                    <a:pt x="218" y="1019"/>
                    <a:pt x="266" y="991"/>
                    <a:pt x="278" y="937"/>
                  </a:cubicBezTo>
                  <a:cubicBezTo>
                    <a:pt x="289" y="903"/>
                    <a:pt x="289" y="870"/>
                    <a:pt x="311" y="837"/>
                  </a:cubicBezTo>
                  <a:cubicBezTo>
                    <a:pt x="311" y="826"/>
                    <a:pt x="323" y="803"/>
                    <a:pt x="323" y="781"/>
                  </a:cubicBezTo>
                  <a:cubicBezTo>
                    <a:pt x="323" y="770"/>
                    <a:pt x="323" y="770"/>
                    <a:pt x="334" y="759"/>
                  </a:cubicBezTo>
                  <a:lnTo>
                    <a:pt x="334" y="737"/>
                  </a:lnTo>
                  <a:cubicBezTo>
                    <a:pt x="345" y="715"/>
                    <a:pt x="345" y="704"/>
                    <a:pt x="345" y="670"/>
                  </a:cubicBezTo>
                  <a:lnTo>
                    <a:pt x="345" y="604"/>
                  </a:lnTo>
                  <a:lnTo>
                    <a:pt x="345" y="548"/>
                  </a:lnTo>
                  <a:lnTo>
                    <a:pt x="345" y="537"/>
                  </a:lnTo>
                  <a:lnTo>
                    <a:pt x="345" y="515"/>
                  </a:lnTo>
                  <a:cubicBezTo>
                    <a:pt x="345" y="448"/>
                    <a:pt x="356" y="382"/>
                    <a:pt x="378" y="315"/>
                  </a:cubicBezTo>
                  <a:cubicBezTo>
                    <a:pt x="389" y="271"/>
                    <a:pt x="389" y="226"/>
                    <a:pt x="389" y="182"/>
                  </a:cubicBezTo>
                  <a:cubicBezTo>
                    <a:pt x="389" y="160"/>
                    <a:pt x="389" y="115"/>
                    <a:pt x="378" y="93"/>
                  </a:cubicBezTo>
                  <a:cubicBezTo>
                    <a:pt x="378" y="49"/>
                    <a:pt x="345" y="4"/>
                    <a:pt x="311" y="4"/>
                  </a:cubicBezTo>
                  <a:cubicBezTo>
                    <a:pt x="300" y="2"/>
                    <a:pt x="289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5"/>
            <p:cNvSpPr/>
            <p:nvPr/>
          </p:nvSpPr>
          <p:spPr>
            <a:xfrm>
              <a:off x="5715225" y="3052550"/>
              <a:ext cx="22775" cy="21675"/>
            </a:xfrm>
            <a:custGeom>
              <a:avLst/>
              <a:gdLst/>
              <a:ahLst/>
              <a:cxnLst/>
              <a:rect l="l" t="t" r="r" b="b"/>
              <a:pathLst>
                <a:path w="911" h="867" extrusionOk="0">
                  <a:moveTo>
                    <a:pt x="686" y="1"/>
                  </a:moveTo>
                  <a:cubicBezTo>
                    <a:pt x="669" y="1"/>
                    <a:pt x="651" y="4"/>
                    <a:pt x="633" y="10"/>
                  </a:cubicBezTo>
                  <a:cubicBezTo>
                    <a:pt x="578" y="22"/>
                    <a:pt x="522" y="33"/>
                    <a:pt x="478" y="66"/>
                  </a:cubicBezTo>
                  <a:cubicBezTo>
                    <a:pt x="422" y="99"/>
                    <a:pt x="378" y="155"/>
                    <a:pt x="334" y="210"/>
                  </a:cubicBezTo>
                  <a:cubicBezTo>
                    <a:pt x="311" y="255"/>
                    <a:pt x="278" y="288"/>
                    <a:pt x="245" y="321"/>
                  </a:cubicBezTo>
                  <a:lnTo>
                    <a:pt x="189" y="377"/>
                  </a:lnTo>
                  <a:cubicBezTo>
                    <a:pt x="145" y="421"/>
                    <a:pt x="112" y="477"/>
                    <a:pt x="101" y="532"/>
                  </a:cubicBezTo>
                  <a:cubicBezTo>
                    <a:pt x="101" y="554"/>
                    <a:pt x="89" y="554"/>
                    <a:pt x="89" y="565"/>
                  </a:cubicBezTo>
                  <a:cubicBezTo>
                    <a:pt x="89" y="576"/>
                    <a:pt x="78" y="576"/>
                    <a:pt x="78" y="588"/>
                  </a:cubicBezTo>
                  <a:cubicBezTo>
                    <a:pt x="78" y="588"/>
                    <a:pt x="78" y="588"/>
                    <a:pt x="78" y="588"/>
                  </a:cubicBezTo>
                  <a:lnTo>
                    <a:pt x="78" y="588"/>
                  </a:lnTo>
                  <a:cubicBezTo>
                    <a:pt x="78" y="594"/>
                    <a:pt x="65" y="610"/>
                    <a:pt x="64" y="610"/>
                  </a:cubicBezTo>
                  <a:cubicBezTo>
                    <a:pt x="63" y="610"/>
                    <a:pt x="66" y="604"/>
                    <a:pt x="78" y="588"/>
                  </a:cubicBezTo>
                  <a:lnTo>
                    <a:pt x="78" y="588"/>
                  </a:lnTo>
                  <a:cubicBezTo>
                    <a:pt x="34" y="643"/>
                    <a:pt x="1" y="710"/>
                    <a:pt x="34" y="765"/>
                  </a:cubicBezTo>
                  <a:cubicBezTo>
                    <a:pt x="54" y="816"/>
                    <a:pt x="121" y="866"/>
                    <a:pt x="183" y="866"/>
                  </a:cubicBezTo>
                  <a:cubicBezTo>
                    <a:pt x="189" y="866"/>
                    <a:pt x="195" y="866"/>
                    <a:pt x="200" y="865"/>
                  </a:cubicBezTo>
                  <a:cubicBezTo>
                    <a:pt x="245" y="854"/>
                    <a:pt x="300" y="854"/>
                    <a:pt x="334" y="843"/>
                  </a:cubicBezTo>
                  <a:cubicBezTo>
                    <a:pt x="378" y="843"/>
                    <a:pt x="411" y="843"/>
                    <a:pt x="445" y="821"/>
                  </a:cubicBezTo>
                  <a:cubicBezTo>
                    <a:pt x="500" y="809"/>
                    <a:pt x="544" y="765"/>
                    <a:pt x="589" y="743"/>
                  </a:cubicBezTo>
                  <a:cubicBezTo>
                    <a:pt x="600" y="732"/>
                    <a:pt x="633" y="710"/>
                    <a:pt x="644" y="698"/>
                  </a:cubicBezTo>
                  <a:cubicBezTo>
                    <a:pt x="667" y="643"/>
                    <a:pt x="711" y="610"/>
                    <a:pt x="744" y="565"/>
                  </a:cubicBezTo>
                  <a:cubicBezTo>
                    <a:pt x="800" y="499"/>
                    <a:pt x="866" y="421"/>
                    <a:pt x="877" y="343"/>
                  </a:cubicBezTo>
                  <a:cubicBezTo>
                    <a:pt x="911" y="255"/>
                    <a:pt x="877" y="188"/>
                    <a:pt x="855" y="121"/>
                  </a:cubicBezTo>
                  <a:cubicBezTo>
                    <a:pt x="820" y="50"/>
                    <a:pt x="756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5"/>
            <p:cNvSpPr/>
            <p:nvPr/>
          </p:nvSpPr>
          <p:spPr>
            <a:xfrm>
              <a:off x="5759625" y="2861125"/>
              <a:ext cx="21650" cy="20800"/>
            </a:xfrm>
            <a:custGeom>
              <a:avLst/>
              <a:gdLst/>
              <a:ahLst/>
              <a:cxnLst/>
              <a:rect l="l" t="t" r="r" b="b"/>
              <a:pathLst>
                <a:path w="866" h="832" extrusionOk="0">
                  <a:moveTo>
                    <a:pt x="723" y="0"/>
                  </a:moveTo>
                  <a:cubicBezTo>
                    <a:pt x="705" y="0"/>
                    <a:pt x="686" y="3"/>
                    <a:pt x="666" y="10"/>
                  </a:cubicBezTo>
                  <a:cubicBezTo>
                    <a:pt x="566" y="32"/>
                    <a:pt x="522" y="121"/>
                    <a:pt x="444" y="187"/>
                  </a:cubicBezTo>
                  <a:cubicBezTo>
                    <a:pt x="389" y="243"/>
                    <a:pt x="355" y="298"/>
                    <a:pt x="300" y="354"/>
                  </a:cubicBezTo>
                  <a:lnTo>
                    <a:pt x="211" y="443"/>
                  </a:lnTo>
                  <a:cubicBezTo>
                    <a:pt x="167" y="476"/>
                    <a:pt x="156" y="509"/>
                    <a:pt x="133" y="554"/>
                  </a:cubicBezTo>
                  <a:cubicBezTo>
                    <a:pt x="111" y="576"/>
                    <a:pt x="89" y="620"/>
                    <a:pt x="78" y="642"/>
                  </a:cubicBezTo>
                  <a:cubicBezTo>
                    <a:pt x="56" y="676"/>
                    <a:pt x="34" y="720"/>
                    <a:pt x="22" y="742"/>
                  </a:cubicBezTo>
                  <a:cubicBezTo>
                    <a:pt x="0" y="787"/>
                    <a:pt x="45" y="831"/>
                    <a:pt x="89" y="831"/>
                  </a:cubicBezTo>
                  <a:cubicBezTo>
                    <a:pt x="133" y="831"/>
                    <a:pt x="167" y="809"/>
                    <a:pt x="200" y="798"/>
                  </a:cubicBezTo>
                  <a:cubicBezTo>
                    <a:pt x="244" y="787"/>
                    <a:pt x="278" y="753"/>
                    <a:pt x="322" y="742"/>
                  </a:cubicBezTo>
                  <a:cubicBezTo>
                    <a:pt x="378" y="720"/>
                    <a:pt x="422" y="698"/>
                    <a:pt x="466" y="665"/>
                  </a:cubicBezTo>
                  <a:cubicBezTo>
                    <a:pt x="500" y="642"/>
                    <a:pt x="533" y="609"/>
                    <a:pt x="555" y="576"/>
                  </a:cubicBezTo>
                  <a:cubicBezTo>
                    <a:pt x="611" y="509"/>
                    <a:pt x="688" y="443"/>
                    <a:pt x="744" y="365"/>
                  </a:cubicBezTo>
                  <a:cubicBezTo>
                    <a:pt x="799" y="298"/>
                    <a:pt x="866" y="221"/>
                    <a:pt x="844" y="121"/>
                  </a:cubicBezTo>
                  <a:cubicBezTo>
                    <a:pt x="844" y="50"/>
                    <a:pt x="794" y="0"/>
                    <a:pt x="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5"/>
            <p:cNvSpPr/>
            <p:nvPr/>
          </p:nvSpPr>
          <p:spPr>
            <a:xfrm>
              <a:off x="5859225" y="2883275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566" y="1"/>
                  </a:moveTo>
                  <a:cubicBezTo>
                    <a:pt x="511" y="1"/>
                    <a:pt x="467" y="23"/>
                    <a:pt x="433" y="56"/>
                  </a:cubicBezTo>
                  <a:cubicBezTo>
                    <a:pt x="422" y="67"/>
                    <a:pt x="400" y="78"/>
                    <a:pt x="389" y="78"/>
                  </a:cubicBezTo>
                  <a:cubicBezTo>
                    <a:pt x="367" y="112"/>
                    <a:pt x="322" y="134"/>
                    <a:pt x="289" y="167"/>
                  </a:cubicBezTo>
                  <a:cubicBezTo>
                    <a:pt x="267" y="189"/>
                    <a:pt x="222" y="200"/>
                    <a:pt x="189" y="245"/>
                  </a:cubicBezTo>
                  <a:cubicBezTo>
                    <a:pt x="167" y="289"/>
                    <a:pt x="134" y="311"/>
                    <a:pt x="111" y="356"/>
                  </a:cubicBezTo>
                  <a:cubicBezTo>
                    <a:pt x="67" y="411"/>
                    <a:pt x="45" y="456"/>
                    <a:pt x="34" y="522"/>
                  </a:cubicBezTo>
                  <a:lnTo>
                    <a:pt x="34" y="611"/>
                  </a:lnTo>
                  <a:cubicBezTo>
                    <a:pt x="34" y="633"/>
                    <a:pt x="12" y="644"/>
                    <a:pt x="12" y="678"/>
                  </a:cubicBezTo>
                  <a:cubicBezTo>
                    <a:pt x="0" y="744"/>
                    <a:pt x="34" y="811"/>
                    <a:pt x="89" y="855"/>
                  </a:cubicBezTo>
                  <a:cubicBezTo>
                    <a:pt x="117" y="877"/>
                    <a:pt x="150" y="888"/>
                    <a:pt x="185" y="888"/>
                  </a:cubicBezTo>
                  <a:cubicBezTo>
                    <a:pt x="220" y="888"/>
                    <a:pt x="256" y="877"/>
                    <a:pt x="289" y="855"/>
                  </a:cubicBezTo>
                  <a:cubicBezTo>
                    <a:pt x="322" y="844"/>
                    <a:pt x="344" y="833"/>
                    <a:pt x="378" y="800"/>
                  </a:cubicBezTo>
                  <a:cubicBezTo>
                    <a:pt x="389" y="800"/>
                    <a:pt x="422" y="789"/>
                    <a:pt x="433" y="789"/>
                  </a:cubicBezTo>
                  <a:cubicBezTo>
                    <a:pt x="533" y="777"/>
                    <a:pt x="566" y="733"/>
                    <a:pt x="611" y="678"/>
                  </a:cubicBezTo>
                  <a:cubicBezTo>
                    <a:pt x="644" y="633"/>
                    <a:pt x="655" y="611"/>
                    <a:pt x="677" y="567"/>
                  </a:cubicBezTo>
                  <a:cubicBezTo>
                    <a:pt x="711" y="511"/>
                    <a:pt x="733" y="456"/>
                    <a:pt x="755" y="400"/>
                  </a:cubicBezTo>
                  <a:cubicBezTo>
                    <a:pt x="766" y="367"/>
                    <a:pt x="777" y="334"/>
                    <a:pt x="788" y="300"/>
                  </a:cubicBezTo>
                  <a:cubicBezTo>
                    <a:pt x="822" y="234"/>
                    <a:pt x="822" y="145"/>
                    <a:pt x="766" y="89"/>
                  </a:cubicBezTo>
                  <a:lnTo>
                    <a:pt x="766" y="78"/>
                  </a:lnTo>
                  <a:cubicBezTo>
                    <a:pt x="755" y="34"/>
                    <a:pt x="711" y="12"/>
                    <a:pt x="666" y="12"/>
                  </a:cubicBezTo>
                  <a:lnTo>
                    <a:pt x="653" y="12"/>
                  </a:lnTo>
                  <a:cubicBezTo>
                    <a:pt x="624" y="5"/>
                    <a:pt x="595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5"/>
            <p:cNvSpPr/>
            <p:nvPr/>
          </p:nvSpPr>
          <p:spPr>
            <a:xfrm>
              <a:off x="6002175" y="2932125"/>
              <a:ext cx="23000" cy="30500"/>
            </a:xfrm>
            <a:custGeom>
              <a:avLst/>
              <a:gdLst/>
              <a:ahLst/>
              <a:cxnLst/>
              <a:rect l="l" t="t" r="r" b="b"/>
              <a:pathLst>
                <a:path w="920" h="1220" extrusionOk="0">
                  <a:moveTo>
                    <a:pt x="750" y="0"/>
                  </a:moveTo>
                  <a:cubicBezTo>
                    <a:pt x="734" y="0"/>
                    <a:pt x="716" y="3"/>
                    <a:pt x="697" y="11"/>
                  </a:cubicBezTo>
                  <a:cubicBezTo>
                    <a:pt x="653" y="22"/>
                    <a:pt x="597" y="55"/>
                    <a:pt x="553" y="78"/>
                  </a:cubicBezTo>
                  <a:cubicBezTo>
                    <a:pt x="486" y="122"/>
                    <a:pt x="442" y="189"/>
                    <a:pt x="397" y="244"/>
                  </a:cubicBezTo>
                  <a:cubicBezTo>
                    <a:pt x="342" y="333"/>
                    <a:pt x="309" y="410"/>
                    <a:pt x="253" y="488"/>
                  </a:cubicBezTo>
                  <a:cubicBezTo>
                    <a:pt x="198" y="566"/>
                    <a:pt x="153" y="655"/>
                    <a:pt x="120" y="732"/>
                  </a:cubicBezTo>
                  <a:cubicBezTo>
                    <a:pt x="109" y="777"/>
                    <a:pt x="98" y="821"/>
                    <a:pt x="87" y="877"/>
                  </a:cubicBezTo>
                  <a:cubicBezTo>
                    <a:pt x="87" y="888"/>
                    <a:pt x="87" y="899"/>
                    <a:pt x="64" y="910"/>
                  </a:cubicBezTo>
                  <a:lnTo>
                    <a:pt x="31" y="1054"/>
                  </a:lnTo>
                  <a:cubicBezTo>
                    <a:pt x="0" y="1148"/>
                    <a:pt x="94" y="1219"/>
                    <a:pt x="184" y="1219"/>
                  </a:cubicBezTo>
                  <a:cubicBezTo>
                    <a:pt x="222" y="1219"/>
                    <a:pt x="260" y="1206"/>
                    <a:pt x="286" y="1176"/>
                  </a:cubicBezTo>
                  <a:cubicBezTo>
                    <a:pt x="331" y="1132"/>
                    <a:pt x="375" y="1076"/>
                    <a:pt x="431" y="1043"/>
                  </a:cubicBezTo>
                  <a:cubicBezTo>
                    <a:pt x="442" y="1010"/>
                    <a:pt x="486" y="999"/>
                    <a:pt x="508" y="954"/>
                  </a:cubicBezTo>
                  <a:cubicBezTo>
                    <a:pt x="542" y="910"/>
                    <a:pt x="564" y="888"/>
                    <a:pt x="608" y="843"/>
                  </a:cubicBezTo>
                  <a:cubicBezTo>
                    <a:pt x="664" y="777"/>
                    <a:pt x="708" y="688"/>
                    <a:pt x="753" y="621"/>
                  </a:cubicBezTo>
                  <a:cubicBezTo>
                    <a:pt x="786" y="555"/>
                    <a:pt x="819" y="499"/>
                    <a:pt x="864" y="433"/>
                  </a:cubicBezTo>
                  <a:cubicBezTo>
                    <a:pt x="886" y="377"/>
                    <a:pt x="919" y="322"/>
                    <a:pt x="919" y="244"/>
                  </a:cubicBezTo>
                  <a:cubicBezTo>
                    <a:pt x="919" y="222"/>
                    <a:pt x="919" y="177"/>
                    <a:pt x="897" y="155"/>
                  </a:cubicBezTo>
                  <a:cubicBezTo>
                    <a:pt x="888" y="81"/>
                    <a:pt x="832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5"/>
            <p:cNvSpPr/>
            <p:nvPr/>
          </p:nvSpPr>
          <p:spPr>
            <a:xfrm>
              <a:off x="5866150" y="3047550"/>
              <a:ext cx="21400" cy="28850"/>
            </a:xfrm>
            <a:custGeom>
              <a:avLst/>
              <a:gdLst/>
              <a:ahLst/>
              <a:cxnLst/>
              <a:rect l="l" t="t" r="r" b="b"/>
              <a:pathLst>
                <a:path w="856" h="1154" extrusionOk="0">
                  <a:moveTo>
                    <a:pt x="728" y="0"/>
                  </a:moveTo>
                  <a:cubicBezTo>
                    <a:pt x="708" y="0"/>
                    <a:pt x="687" y="4"/>
                    <a:pt x="667" y="11"/>
                  </a:cubicBezTo>
                  <a:cubicBezTo>
                    <a:pt x="600" y="44"/>
                    <a:pt x="556" y="88"/>
                    <a:pt x="511" y="144"/>
                  </a:cubicBezTo>
                  <a:lnTo>
                    <a:pt x="434" y="266"/>
                  </a:lnTo>
                  <a:cubicBezTo>
                    <a:pt x="378" y="344"/>
                    <a:pt x="323" y="432"/>
                    <a:pt x="267" y="521"/>
                  </a:cubicBezTo>
                  <a:cubicBezTo>
                    <a:pt x="234" y="577"/>
                    <a:pt x="178" y="621"/>
                    <a:pt x="167" y="688"/>
                  </a:cubicBezTo>
                  <a:lnTo>
                    <a:pt x="167" y="721"/>
                  </a:lnTo>
                  <a:lnTo>
                    <a:pt x="167" y="732"/>
                  </a:lnTo>
                  <a:cubicBezTo>
                    <a:pt x="156" y="765"/>
                    <a:pt x="145" y="788"/>
                    <a:pt x="123" y="799"/>
                  </a:cubicBezTo>
                  <a:cubicBezTo>
                    <a:pt x="101" y="843"/>
                    <a:pt x="67" y="887"/>
                    <a:pt x="56" y="932"/>
                  </a:cubicBezTo>
                  <a:cubicBezTo>
                    <a:pt x="34" y="987"/>
                    <a:pt x="1" y="1009"/>
                    <a:pt x="1" y="1076"/>
                  </a:cubicBezTo>
                  <a:cubicBezTo>
                    <a:pt x="1" y="1120"/>
                    <a:pt x="45" y="1154"/>
                    <a:pt x="90" y="1154"/>
                  </a:cubicBezTo>
                  <a:cubicBezTo>
                    <a:pt x="190" y="1132"/>
                    <a:pt x="289" y="1043"/>
                    <a:pt x="389" y="965"/>
                  </a:cubicBezTo>
                  <a:cubicBezTo>
                    <a:pt x="400" y="954"/>
                    <a:pt x="434" y="943"/>
                    <a:pt x="445" y="910"/>
                  </a:cubicBezTo>
                  <a:cubicBezTo>
                    <a:pt x="456" y="910"/>
                    <a:pt x="456" y="898"/>
                    <a:pt x="489" y="898"/>
                  </a:cubicBezTo>
                  <a:cubicBezTo>
                    <a:pt x="545" y="843"/>
                    <a:pt x="589" y="765"/>
                    <a:pt x="622" y="710"/>
                  </a:cubicBezTo>
                  <a:cubicBezTo>
                    <a:pt x="700" y="621"/>
                    <a:pt x="733" y="532"/>
                    <a:pt x="778" y="432"/>
                  </a:cubicBezTo>
                  <a:cubicBezTo>
                    <a:pt x="811" y="377"/>
                    <a:pt x="833" y="310"/>
                    <a:pt x="844" y="255"/>
                  </a:cubicBezTo>
                  <a:cubicBezTo>
                    <a:pt x="855" y="177"/>
                    <a:pt x="855" y="122"/>
                    <a:pt x="833" y="66"/>
                  </a:cubicBezTo>
                  <a:cubicBezTo>
                    <a:pt x="818" y="20"/>
                    <a:pt x="775" y="0"/>
                    <a:pt x="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5"/>
            <p:cNvSpPr/>
            <p:nvPr/>
          </p:nvSpPr>
          <p:spPr>
            <a:xfrm>
              <a:off x="5621725" y="2802750"/>
              <a:ext cx="22225" cy="27950"/>
            </a:xfrm>
            <a:custGeom>
              <a:avLst/>
              <a:gdLst/>
              <a:ahLst/>
              <a:cxnLst/>
              <a:rect l="l" t="t" r="r" b="b"/>
              <a:pathLst>
                <a:path w="889" h="1118" extrusionOk="0">
                  <a:moveTo>
                    <a:pt x="774" y="1"/>
                  </a:moveTo>
                  <a:cubicBezTo>
                    <a:pt x="760" y="1"/>
                    <a:pt x="746" y="5"/>
                    <a:pt x="733" y="14"/>
                  </a:cubicBezTo>
                  <a:cubicBezTo>
                    <a:pt x="711" y="25"/>
                    <a:pt x="689" y="37"/>
                    <a:pt x="666" y="48"/>
                  </a:cubicBezTo>
                  <a:lnTo>
                    <a:pt x="733" y="37"/>
                  </a:lnTo>
                  <a:lnTo>
                    <a:pt x="733" y="37"/>
                  </a:lnTo>
                  <a:cubicBezTo>
                    <a:pt x="666" y="48"/>
                    <a:pt x="622" y="81"/>
                    <a:pt x="567" y="125"/>
                  </a:cubicBezTo>
                  <a:cubicBezTo>
                    <a:pt x="500" y="147"/>
                    <a:pt x="445" y="181"/>
                    <a:pt x="400" y="236"/>
                  </a:cubicBezTo>
                  <a:cubicBezTo>
                    <a:pt x="334" y="314"/>
                    <a:pt x="278" y="403"/>
                    <a:pt x="223" y="480"/>
                  </a:cubicBezTo>
                  <a:lnTo>
                    <a:pt x="189" y="514"/>
                  </a:lnTo>
                  <a:cubicBezTo>
                    <a:pt x="134" y="569"/>
                    <a:pt x="112" y="625"/>
                    <a:pt x="78" y="691"/>
                  </a:cubicBezTo>
                  <a:cubicBezTo>
                    <a:pt x="67" y="747"/>
                    <a:pt x="45" y="802"/>
                    <a:pt x="23" y="858"/>
                  </a:cubicBezTo>
                  <a:cubicBezTo>
                    <a:pt x="1" y="935"/>
                    <a:pt x="45" y="1035"/>
                    <a:pt x="112" y="1080"/>
                  </a:cubicBezTo>
                  <a:cubicBezTo>
                    <a:pt x="147" y="1103"/>
                    <a:pt x="194" y="1117"/>
                    <a:pt x="241" y="1117"/>
                  </a:cubicBezTo>
                  <a:cubicBezTo>
                    <a:pt x="283" y="1117"/>
                    <a:pt x="324" y="1106"/>
                    <a:pt x="356" y="1080"/>
                  </a:cubicBezTo>
                  <a:cubicBezTo>
                    <a:pt x="400" y="1046"/>
                    <a:pt x="433" y="1035"/>
                    <a:pt x="467" y="1013"/>
                  </a:cubicBezTo>
                  <a:cubicBezTo>
                    <a:pt x="522" y="924"/>
                    <a:pt x="578" y="869"/>
                    <a:pt x="633" y="802"/>
                  </a:cubicBezTo>
                  <a:cubicBezTo>
                    <a:pt x="689" y="736"/>
                    <a:pt x="733" y="669"/>
                    <a:pt x="777" y="591"/>
                  </a:cubicBezTo>
                  <a:cubicBezTo>
                    <a:pt x="800" y="558"/>
                    <a:pt x="822" y="525"/>
                    <a:pt x="833" y="480"/>
                  </a:cubicBezTo>
                  <a:cubicBezTo>
                    <a:pt x="855" y="425"/>
                    <a:pt x="888" y="392"/>
                    <a:pt x="888" y="325"/>
                  </a:cubicBezTo>
                  <a:cubicBezTo>
                    <a:pt x="888" y="303"/>
                    <a:pt x="888" y="258"/>
                    <a:pt x="877" y="247"/>
                  </a:cubicBezTo>
                  <a:lnTo>
                    <a:pt x="877" y="236"/>
                  </a:lnTo>
                  <a:lnTo>
                    <a:pt x="877" y="192"/>
                  </a:lnTo>
                  <a:cubicBezTo>
                    <a:pt x="877" y="136"/>
                    <a:pt x="844" y="92"/>
                    <a:pt x="844" y="48"/>
                  </a:cubicBezTo>
                  <a:cubicBezTo>
                    <a:pt x="836" y="24"/>
                    <a:pt x="806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5"/>
            <p:cNvSpPr/>
            <p:nvPr/>
          </p:nvSpPr>
          <p:spPr>
            <a:xfrm>
              <a:off x="5650900" y="2964125"/>
              <a:ext cx="22175" cy="27250"/>
            </a:xfrm>
            <a:custGeom>
              <a:avLst/>
              <a:gdLst/>
              <a:ahLst/>
              <a:cxnLst/>
              <a:rect l="l" t="t" r="r" b="b"/>
              <a:pathLst>
                <a:path w="887" h="1090" extrusionOk="0">
                  <a:moveTo>
                    <a:pt x="718" y="1"/>
                  </a:moveTo>
                  <a:cubicBezTo>
                    <a:pt x="673" y="1"/>
                    <a:pt x="629" y="17"/>
                    <a:pt x="598" y="52"/>
                  </a:cubicBezTo>
                  <a:lnTo>
                    <a:pt x="432" y="218"/>
                  </a:lnTo>
                  <a:cubicBezTo>
                    <a:pt x="354" y="285"/>
                    <a:pt x="321" y="373"/>
                    <a:pt x="276" y="440"/>
                  </a:cubicBezTo>
                  <a:cubicBezTo>
                    <a:pt x="232" y="507"/>
                    <a:pt x="188" y="562"/>
                    <a:pt x="154" y="629"/>
                  </a:cubicBezTo>
                  <a:cubicBezTo>
                    <a:pt x="110" y="706"/>
                    <a:pt x="54" y="784"/>
                    <a:pt x="54" y="873"/>
                  </a:cubicBezTo>
                  <a:lnTo>
                    <a:pt x="10" y="995"/>
                  </a:lnTo>
                  <a:cubicBezTo>
                    <a:pt x="1" y="1050"/>
                    <a:pt x="37" y="1089"/>
                    <a:pt x="93" y="1089"/>
                  </a:cubicBezTo>
                  <a:cubicBezTo>
                    <a:pt x="105" y="1089"/>
                    <a:pt x="118" y="1088"/>
                    <a:pt x="132" y="1084"/>
                  </a:cubicBezTo>
                  <a:cubicBezTo>
                    <a:pt x="188" y="1073"/>
                    <a:pt x="243" y="1050"/>
                    <a:pt x="299" y="1039"/>
                  </a:cubicBezTo>
                  <a:cubicBezTo>
                    <a:pt x="354" y="1017"/>
                    <a:pt x="398" y="1006"/>
                    <a:pt x="454" y="962"/>
                  </a:cubicBezTo>
                  <a:cubicBezTo>
                    <a:pt x="487" y="939"/>
                    <a:pt x="509" y="906"/>
                    <a:pt x="554" y="884"/>
                  </a:cubicBezTo>
                  <a:cubicBezTo>
                    <a:pt x="598" y="817"/>
                    <a:pt x="665" y="740"/>
                    <a:pt x="720" y="662"/>
                  </a:cubicBezTo>
                  <a:cubicBezTo>
                    <a:pt x="776" y="573"/>
                    <a:pt x="831" y="496"/>
                    <a:pt x="853" y="407"/>
                  </a:cubicBezTo>
                  <a:cubicBezTo>
                    <a:pt x="887" y="329"/>
                    <a:pt x="887" y="229"/>
                    <a:pt x="887" y="151"/>
                  </a:cubicBezTo>
                  <a:cubicBezTo>
                    <a:pt x="887" y="57"/>
                    <a:pt x="80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5"/>
            <p:cNvSpPr/>
            <p:nvPr/>
          </p:nvSpPr>
          <p:spPr>
            <a:xfrm>
              <a:off x="5807350" y="3112275"/>
              <a:ext cx="12775" cy="22775"/>
            </a:xfrm>
            <a:custGeom>
              <a:avLst/>
              <a:gdLst/>
              <a:ahLst/>
              <a:cxnLst/>
              <a:rect l="l" t="t" r="r" b="b"/>
              <a:pathLst>
                <a:path w="511" h="911" extrusionOk="0">
                  <a:moveTo>
                    <a:pt x="410" y="0"/>
                  </a:moveTo>
                  <a:cubicBezTo>
                    <a:pt x="381" y="0"/>
                    <a:pt x="348" y="28"/>
                    <a:pt x="322" y="63"/>
                  </a:cubicBezTo>
                  <a:cubicBezTo>
                    <a:pt x="255" y="174"/>
                    <a:pt x="189" y="263"/>
                    <a:pt x="122" y="374"/>
                  </a:cubicBezTo>
                  <a:cubicBezTo>
                    <a:pt x="78" y="429"/>
                    <a:pt x="45" y="507"/>
                    <a:pt x="33" y="573"/>
                  </a:cubicBezTo>
                  <a:cubicBezTo>
                    <a:pt x="22" y="596"/>
                    <a:pt x="11" y="629"/>
                    <a:pt x="11" y="651"/>
                  </a:cubicBezTo>
                  <a:cubicBezTo>
                    <a:pt x="0" y="707"/>
                    <a:pt x="11" y="762"/>
                    <a:pt x="22" y="807"/>
                  </a:cubicBezTo>
                  <a:cubicBezTo>
                    <a:pt x="37" y="866"/>
                    <a:pt x="101" y="910"/>
                    <a:pt x="165" y="910"/>
                  </a:cubicBezTo>
                  <a:cubicBezTo>
                    <a:pt x="197" y="910"/>
                    <a:pt x="230" y="899"/>
                    <a:pt x="255" y="873"/>
                  </a:cubicBezTo>
                  <a:cubicBezTo>
                    <a:pt x="311" y="851"/>
                    <a:pt x="355" y="818"/>
                    <a:pt x="389" y="773"/>
                  </a:cubicBezTo>
                  <a:cubicBezTo>
                    <a:pt x="411" y="729"/>
                    <a:pt x="411" y="684"/>
                    <a:pt x="422" y="640"/>
                  </a:cubicBezTo>
                  <a:cubicBezTo>
                    <a:pt x="433" y="618"/>
                    <a:pt x="433" y="585"/>
                    <a:pt x="455" y="562"/>
                  </a:cubicBezTo>
                  <a:cubicBezTo>
                    <a:pt x="466" y="518"/>
                    <a:pt x="466" y="474"/>
                    <a:pt x="466" y="440"/>
                  </a:cubicBezTo>
                  <a:cubicBezTo>
                    <a:pt x="477" y="329"/>
                    <a:pt x="500" y="196"/>
                    <a:pt x="511" y="85"/>
                  </a:cubicBezTo>
                  <a:cubicBezTo>
                    <a:pt x="511" y="52"/>
                    <a:pt x="466" y="19"/>
                    <a:pt x="433" y="7"/>
                  </a:cubicBezTo>
                  <a:cubicBezTo>
                    <a:pt x="426" y="3"/>
                    <a:pt x="41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5"/>
            <p:cNvSpPr/>
            <p:nvPr/>
          </p:nvSpPr>
          <p:spPr>
            <a:xfrm>
              <a:off x="6058700" y="3063825"/>
              <a:ext cx="13350" cy="24025"/>
            </a:xfrm>
            <a:custGeom>
              <a:avLst/>
              <a:gdLst/>
              <a:ahLst/>
              <a:cxnLst/>
              <a:rect l="l" t="t" r="r" b="b"/>
              <a:pathLst>
                <a:path w="534" h="961" extrusionOk="0">
                  <a:moveTo>
                    <a:pt x="332" y="0"/>
                  </a:moveTo>
                  <a:cubicBezTo>
                    <a:pt x="304" y="0"/>
                    <a:pt x="274" y="8"/>
                    <a:pt x="245" y="26"/>
                  </a:cubicBezTo>
                  <a:cubicBezTo>
                    <a:pt x="223" y="37"/>
                    <a:pt x="190" y="70"/>
                    <a:pt x="167" y="92"/>
                  </a:cubicBezTo>
                  <a:cubicBezTo>
                    <a:pt x="123" y="137"/>
                    <a:pt x="112" y="181"/>
                    <a:pt x="101" y="236"/>
                  </a:cubicBezTo>
                  <a:cubicBezTo>
                    <a:pt x="79" y="292"/>
                    <a:pt x="67" y="336"/>
                    <a:pt x="56" y="392"/>
                  </a:cubicBezTo>
                  <a:cubicBezTo>
                    <a:pt x="45" y="447"/>
                    <a:pt x="23" y="481"/>
                    <a:pt x="23" y="536"/>
                  </a:cubicBezTo>
                  <a:cubicBezTo>
                    <a:pt x="23" y="569"/>
                    <a:pt x="12" y="580"/>
                    <a:pt x="12" y="614"/>
                  </a:cubicBezTo>
                  <a:cubicBezTo>
                    <a:pt x="1" y="680"/>
                    <a:pt x="12" y="747"/>
                    <a:pt x="56" y="813"/>
                  </a:cubicBezTo>
                  <a:lnTo>
                    <a:pt x="67" y="836"/>
                  </a:lnTo>
                  <a:cubicBezTo>
                    <a:pt x="101" y="902"/>
                    <a:pt x="134" y="947"/>
                    <a:pt x="212" y="958"/>
                  </a:cubicBezTo>
                  <a:cubicBezTo>
                    <a:pt x="223" y="960"/>
                    <a:pt x="234" y="961"/>
                    <a:pt x="244" y="961"/>
                  </a:cubicBezTo>
                  <a:cubicBezTo>
                    <a:pt x="297" y="961"/>
                    <a:pt x="341" y="937"/>
                    <a:pt x="378" y="891"/>
                  </a:cubicBezTo>
                  <a:cubicBezTo>
                    <a:pt x="389" y="858"/>
                    <a:pt x="400" y="847"/>
                    <a:pt x="400" y="836"/>
                  </a:cubicBezTo>
                  <a:lnTo>
                    <a:pt x="445" y="791"/>
                  </a:lnTo>
                  <a:cubicBezTo>
                    <a:pt x="467" y="769"/>
                    <a:pt x="489" y="725"/>
                    <a:pt x="489" y="680"/>
                  </a:cubicBezTo>
                  <a:cubicBezTo>
                    <a:pt x="489" y="658"/>
                    <a:pt x="500" y="636"/>
                    <a:pt x="500" y="614"/>
                  </a:cubicBezTo>
                  <a:cubicBezTo>
                    <a:pt x="511" y="536"/>
                    <a:pt x="511" y="469"/>
                    <a:pt x="522" y="414"/>
                  </a:cubicBezTo>
                  <a:cubicBezTo>
                    <a:pt x="522" y="358"/>
                    <a:pt x="522" y="325"/>
                    <a:pt x="534" y="259"/>
                  </a:cubicBezTo>
                  <a:cubicBezTo>
                    <a:pt x="534" y="225"/>
                    <a:pt x="534" y="192"/>
                    <a:pt x="522" y="148"/>
                  </a:cubicBezTo>
                  <a:cubicBezTo>
                    <a:pt x="511" y="125"/>
                    <a:pt x="500" y="103"/>
                    <a:pt x="467" y="70"/>
                  </a:cubicBezTo>
                  <a:cubicBezTo>
                    <a:pt x="445" y="32"/>
                    <a:pt x="392" y="0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5"/>
            <p:cNvSpPr/>
            <p:nvPr/>
          </p:nvSpPr>
          <p:spPr>
            <a:xfrm>
              <a:off x="6229625" y="3020150"/>
              <a:ext cx="8075" cy="19400"/>
            </a:xfrm>
            <a:custGeom>
              <a:avLst/>
              <a:gdLst/>
              <a:ahLst/>
              <a:cxnLst/>
              <a:rect l="l" t="t" r="r" b="b"/>
              <a:pathLst>
                <a:path w="323" h="776" extrusionOk="0">
                  <a:moveTo>
                    <a:pt x="191" y="1"/>
                  </a:moveTo>
                  <a:cubicBezTo>
                    <a:pt x="164" y="1"/>
                    <a:pt x="138" y="15"/>
                    <a:pt x="122" y="41"/>
                  </a:cubicBezTo>
                  <a:lnTo>
                    <a:pt x="89" y="97"/>
                  </a:lnTo>
                  <a:cubicBezTo>
                    <a:pt x="67" y="119"/>
                    <a:pt x="56" y="152"/>
                    <a:pt x="56" y="197"/>
                  </a:cubicBezTo>
                  <a:cubicBezTo>
                    <a:pt x="45" y="252"/>
                    <a:pt x="34" y="285"/>
                    <a:pt x="11" y="341"/>
                  </a:cubicBezTo>
                  <a:cubicBezTo>
                    <a:pt x="0" y="396"/>
                    <a:pt x="11" y="452"/>
                    <a:pt x="11" y="530"/>
                  </a:cubicBezTo>
                  <a:lnTo>
                    <a:pt x="11" y="607"/>
                  </a:lnTo>
                  <a:cubicBezTo>
                    <a:pt x="11" y="641"/>
                    <a:pt x="34" y="674"/>
                    <a:pt x="34" y="707"/>
                  </a:cubicBezTo>
                  <a:cubicBezTo>
                    <a:pt x="46" y="750"/>
                    <a:pt x="88" y="776"/>
                    <a:pt x="131" y="776"/>
                  </a:cubicBezTo>
                  <a:cubicBezTo>
                    <a:pt x="166" y="776"/>
                    <a:pt x="202" y="758"/>
                    <a:pt x="222" y="718"/>
                  </a:cubicBezTo>
                  <a:cubicBezTo>
                    <a:pt x="267" y="696"/>
                    <a:pt x="278" y="663"/>
                    <a:pt x="278" y="641"/>
                  </a:cubicBezTo>
                  <a:cubicBezTo>
                    <a:pt x="278" y="607"/>
                    <a:pt x="289" y="585"/>
                    <a:pt x="289" y="552"/>
                  </a:cubicBezTo>
                  <a:cubicBezTo>
                    <a:pt x="300" y="496"/>
                    <a:pt x="322" y="430"/>
                    <a:pt x="322" y="374"/>
                  </a:cubicBezTo>
                  <a:cubicBezTo>
                    <a:pt x="322" y="319"/>
                    <a:pt x="322" y="274"/>
                    <a:pt x="311" y="219"/>
                  </a:cubicBezTo>
                  <a:cubicBezTo>
                    <a:pt x="311" y="197"/>
                    <a:pt x="311" y="152"/>
                    <a:pt x="289" y="119"/>
                  </a:cubicBezTo>
                  <a:cubicBezTo>
                    <a:pt x="278" y="97"/>
                    <a:pt x="278" y="86"/>
                    <a:pt x="267" y="52"/>
                  </a:cubicBezTo>
                  <a:cubicBezTo>
                    <a:pt x="249" y="18"/>
                    <a:pt x="22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5"/>
            <p:cNvSpPr/>
            <p:nvPr/>
          </p:nvSpPr>
          <p:spPr>
            <a:xfrm>
              <a:off x="5799400" y="2927700"/>
              <a:ext cx="17125" cy="21850"/>
            </a:xfrm>
            <a:custGeom>
              <a:avLst/>
              <a:gdLst/>
              <a:ahLst/>
              <a:cxnLst/>
              <a:rect l="l" t="t" r="r" b="b"/>
              <a:pathLst>
                <a:path w="685" h="874" extrusionOk="0">
                  <a:moveTo>
                    <a:pt x="584" y="0"/>
                  </a:moveTo>
                  <a:cubicBezTo>
                    <a:pt x="557" y="0"/>
                    <a:pt x="529" y="10"/>
                    <a:pt x="507" y="33"/>
                  </a:cubicBezTo>
                  <a:cubicBezTo>
                    <a:pt x="485" y="66"/>
                    <a:pt x="451" y="77"/>
                    <a:pt x="429" y="110"/>
                  </a:cubicBezTo>
                  <a:lnTo>
                    <a:pt x="385" y="144"/>
                  </a:lnTo>
                  <a:cubicBezTo>
                    <a:pt x="374" y="166"/>
                    <a:pt x="351" y="188"/>
                    <a:pt x="340" y="199"/>
                  </a:cubicBezTo>
                  <a:cubicBezTo>
                    <a:pt x="329" y="232"/>
                    <a:pt x="296" y="255"/>
                    <a:pt x="285" y="288"/>
                  </a:cubicBezTo>
                  <a:lnTo>
                    <a:pt x="274" y="299"/>
                  </a:lnTo>
                  <a:cubicBezTo>
                    <a:pt x="263" y="310"/>
                    <a:pt x="263" y="332"/>
                    <a:pt x="240" y="343"/>
                  </a:cubicBezTo>
                  <a:cubicBezTo>
                    <a:pt x="218" y="366"/>
                    <a:pt x="207" y="399"/>
                    <a:pt x="174" y="421"/>
                  </a:cubicBezTo>
                  <a:cubicBezTo>
                    <a:pt x="163" y="454"/>
                    <a:pt x="129" y="465"/>
                    <a:pt x="118" y="499"/>
                  </a:cubicBezTo>
                  <a:lnTo>
                    <a:pt x="74" y="576"/>
                  </a:lnTo>
                  <a:cubicBezTo>
                    <a:pt x="74" y="587"/>
                    <a:pt x="63" y="610"/>
                    <a:pt x="63" y="621"/>
                  </a:cubicBezTo>
                  <a:cubicBezTo>
                    <a:pt x="52" y="632"/>
                    <a:pt x="52" y="643"/>
                    <a:pt x="52" y="676"/>
                  </a:cubicBezTo>
                  <a:cubicBezTo>
                    <a:pt x="41" y="698"/>
                    <a:pt x="41" y="732"/>
                    <a:pt x="19" y="754"/>
                  </a:cubicBezTo>
                  <a:cubicBezTo>
                    <a:pt x="0" y="818"/>
                    <a:pt x="49" y="874"/>
                    <a:pt x="110" y="874"/>
                  </a:cubicBezTo>
                  <a:cubicBezTo>
                    <a:pt x="124" y="874"/>
                    <a:pt x="138" y="871"/>
                    <a:pt x="152" y="865"/>
                  </a:cubicBezTo>
                  <a:cubicBezTo>
                    <a:pt x="229" y="843"/>
                    <a:pt x="296" y="809"/>
                    <a:pt x="374" y="776"/>
                  </a:cubicBezTo>
                  <a:cubicBezTo>
                    <a:pt x="440" y="743"/>
                    <a:pt x="485" y="698"/>
                    <a:pt x="507" y="643"/>
                  </a:cubicBezTo>
                  <a:cubicBezTo>
                    <a:pt x="540" y="621"/>
                    <a:pt x="551" y="576"/>
                    <a:pt x="562" y="554"/>
                  </a:cubicBezTo>
                  <a:cubicBezTo>
                    <a:pt x="607" y="476"/>
                    <a:pt x="629" y="421"/>
                    <a:pt x="662" y="354"/>
                  </a:cubicBezTo>
                  <a:cubicBezTo>
                    <a:pt x="673" y="310"/>
                    <a:pt x="684" y="288"/>
                    <a:pt x="684" y="243"/>
                  </a:cubicBezTo>
                  <a:lnTo>
                    <a:pt x="684" y="199"/>
                  </a:lnTo>
                  <a:lnTo>
                    <a:pt x="684" y="88"/>
                  </a:lnTo>
                  <a:cubicBezTo>
                    <a:pt x="684" y="37"/>
                    <a:pt x="636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5"/>
            <p:cNvSpPr/>
            <p:nvPr/>
          </p:nvSpPr>
          <p:spPr>
            <a:xfrm>
              <a:off x="5609525" y="2898125"/>
              <a:ext cx="11125" cy="13575"/>
            </a:xfrm>
            <a:custGeom>
              <a:avLst/>
              <a:gdLst/>
              <a:ahLst/>
              <a:cxnLst/>
              <a:rect l="l" t="t" r="r" b="b"/>
              <a:pathLst>
                <a:path w="445" h="543" extrusionOk="0">
                  <a:moveTo>
                    <a:pt x="336" y="1"/>
                  </a:moveTo>
                  <a:cubicBezTo>
                    <a:pt x="317" y="1"/>
                    <a:pt x="300" y="6"/>
                    <a:pt x="278" y="6"/>
                  </a:cubicBezTo>
                  <a:cubicBezTo>
                    <a:pt x="222" y="28"/>
                    <a:pt x="178" y="61"/>
                    <a:pt x="156" y="106"/>
                  </a:cubicBezTo>
                  <a:cubicBezTo>
                    <a:pt x="145" y="117"/>
                    <a:pt x="122" y="117"/>
                    <a:pt x="122" y="139"/>
                  </a:cubicBezTo>
                  <a:cubicBezTo>
                    <a:pt x="100" y="161"/>
                    <a:pt x="89" y="195"/>
                    <a:pt x="67" y="217"/>
                  </a:cubicBezTo>
                  <a:cubicBezTo>
                    <a:pt x="67" y="217"/>
                    <a:pt x="67" y="228"/>
                    <a:pt x="56" y="228"/>
                  </a:cubicBezTo>
                  <a:cubicBezTo>
                    <a:pt x="34" y="306"/>
                    <a:pt x="11" y="372"/>
                    <a:pt x="0" y="439"/>
                  </a:cubicBezTo>
                  <a:cubicBezTo>
                    <a:pt x="0" y="461"/>
                    <a:pt x="11" y="483"/>
                    <a:pt x="11" y="494"/>
                  </a:cubicBezTo>
                  <a:cubicBezTo>
                    <a:pt x="23" y="527"/>
                    <a:pt x="56" y="539"/>
                    <a:pt x="89" y="539"/>
                  </a:cubicBezTo>
                  <a:cubicBezTo>
                    <a:pt x="103" y="541"/>
                    <a:pt x="115" y="543"/>
                    <a:pt x="127" y="543"/>
                  </a:cubicBezTo>
                  <a:cubicBezTo>
                    <a:pt x="162" y="543"/>
                    <a:pt x="189" y="530"/>
                    <a:pt x="222" y="505"/>
                  </a:cubicBezTo>
                  <a:cubicBezTo>
                    <a:pt x="256" y="483"/>
                    <a:pt x="267" y="461"/>
                    <a:pt x="289" y="428"/>
                  </a:cubicBezTo>
                  <a:cubicBezTo>
                    <a:pt x="322" y="405"/>
                    <a:pt x="333" y="383"/>
                    <a:pt x="344" y="361"/>
                  </a:cubicBezTo>
                  <a:cubicBezTo>
                    <a:pt x="378" y="328"/>
                    <a:pt x="400" y="294"/>
                    <a:pt x="422" y="250"/>
                  </a:cubicBezTo>
                  <a:cubicBezTo>
                    <a:pt x="422" y="228"/>
                    <a:pt x="422" y="217"/>
                    <a:pt x="433" y="206"/>
                  </a:cubicBezTo>
                  <a:cubicBezTo>
                    <a:pt x="433" y="195"/>
                    <a:pt x="433" y="183"/>
                    <a:pt x="444" y="161"/>
                  </a:cubicBezTo>
                  <a:lnTo>
                    <a:pt x="444" y="150"/>
                  </a:lnTo>
                  <a:cubicBezTo>
                    <a:pt x="444" y="106"/>
                    <a:pt x="444" y="84"/>
                    <a:pt x="433" y="50"/>
                  </a:cubicBezTo>
                  <a:cubicBezTo>
                    <a:pt x="422" y="28"/>
                    <a:pt x="389" y="6"/>
                    <a:pt x="367" y="6"/>
                  </a:cubicBezTo>
                  <a:cubicBezTo>
                    <a:pt x="355" y="2"/>
                    <a:pt x="346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5953275" y="3025450"/>
              <a:ext cx="8350" cy="13600"/>
            </a:xfrm>
            <a:custGeom>
              <a:avLst/>
              <a:gdLst/>
              <a:ahLst/>
              <a:cxnLst/>
              <a:rect l="l" t="t" r="r" b="b"/>
              <a:pathLst>
                <a:path w="334" h="544" extrusionOk="0">
                  <a:moveTo>
                    <a:pt x="263" y="1"/>
                  </a:moveTo>
                  <a:cubicBezTo>
                    <a:pt x="243" y="1"/>
                    <a:pt x="224" y="9"/>
                    <a:pt x="212" y="29"/>
                  </a:cubicBezTo>
                  <a:cubicBezTo>
                    <a:pt x="167" y="85"/>
                    <a:pt x="123" y="118"/>
                    <a:pt x="78" y="173"/>
                  </a:cubicBezTo>
                  <a:lnTo>
                    <a:pt x="34" y="218"/>
                  </a:lnTo>
                  <a:cubicBezTo>
                    <a:pt x="23" y="229"/>
                    <a:pt x="23" y="262"/>
                    <a:pt x="23" y="273"/>
                  </a:cubicBezTo>
                  <a:cubicBezTo>
                    <a:pt x="23" y="284"/>
                    <a:pt x="12" y="306"/>
                    <a:pt x="12" y="329"/>
                  </a:cubicBezTo>
                  <a:cubicBezTo>
                    <a:pt x="1" y="362"/>
                    <a:pt x="1" y="384"/>
                    <a:pt x="1" y="417"/>
                  </a:cubicBezTo>
                  <a:cubicBezTo>
                    <a:pt x="1" y="473"/>
                    <a:pt x="45" y="528"/>
                    <a:pt x="101" y="540"/>
                  </a:cubicBezTo>
                  <a:cubicBezTo>
                    <a:pt x="114" y="542"/>
                    <a:pt x="127" y="544"/>
                    <a:pt x="141" y="544"/>
                  </a:cubicBezTo>
                  <a:cubicBezTo>
                    <a:pt x="186" y="544"/>
                    <a:pt x="233" y="529"/>
                    <a:pt x="267" y="495"/>
                  </a:cubicBezTo>
                  <a:cubicBezTo>
                    <a:pt x="267" y="473"/>
                    <a:pt x="278" y="451"/>
                    <a:pt x="289" y="429"/>
                  </a:cubicBezTo>
                  <a:cubicBezTo>
                    <a:pt x="289" y="406"/>
                    <a:pt x="300" y="395"/>
                    <a:pt x="300" y="373"/>
                  </a:cubicBezTo>
                  <a:cubicBezTo>
                    <a:pt x="311" y="362"/>
                    <a:pt x="311" y="329"/>
                    <a:pt x="334" y="318"/>
                  </a:cubicBezTo>
                  <a:lnTo>
                    <a:pt x="334" y="262"/>
                  </a:lnTo>
                  <a:lnTo>
                    <a:pt x="334" y="62"/>
                  </a:lnTo>
                  <a:cubicBezTo>
                    <a:pt x="334" y="27"/>
                    <a:pt x="297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/>
          <p:nvPr/>
        </p:nvSpPr>
        <p:spPr>
          <a:xfrm flipH="1">
            <a:off x="5684197" y="4179452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7"/>
          <p:cNvSpPr/>
          <p:nvPr/>
        </p:nvSpPr>
        <p:spPr>
          <a:xfrm>
            <a:off x="-259689" y="-47875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p47"/>
          <p:cNvGrpSpPr/>
          <p:nvPr/>
        </p:nvGrpSpPr>
        <p:grpSpPr>
          <a:xfrm flipH="1">
            <a:off x="-373651" y="445025"/>
            <a:ext cx="9912289" cy="1941838"/>
            <a:chOff x="-509689" y="445025"/>
            <a:chExt cx="9912289" cy="1941838"/>
          </a:xfrm>
        </p:grpSpPr>
        <p:grpSp>
          <p:nvGrpSpPr>
            <p:cNvPr id="553" name="Google Shape;553;p47"/>
            <p:cNvGrpSpPr/>
            <p:nvPr/>
          </p:nvGrpSpPr>
          <p:grpSpPr>
            <a:xfrm>
              <a:off x="8351625" y="445025"/>
              <a:ext cx="1050975" cy="1154151"/>
              <a:chOff x="7946500" y="4129225"/>
              <a:chExt cx="1050975" cy="1154151"/>
            </a:xfrm>
          </p:grpSpPr>
          <p:sp>
            <p:nvSpPr>
              <p:cNvPr id="554" name="Google Shape;554;p47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47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47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47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47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47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47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1" name="Google Shape;561;p47"/>
            <p:cNvGrpSpPr/>
            <p:nvPr/>
          </p:nvGrpSpPr>
          <p:grpSpPr>
            <a:xfrm>
              <a:off x="-509689" y="1296536"/>
              <a:ext cx="992856" cy="1090327"/>
              <a:chOff x="7946500" y="4129225"/>
              <a:chExt cx="1050975" cy="1154151"/>
            </a:xfrm>
          </p:grpSpPr>
          <p:sp>
            <p:nvSpPr>
              <p:cNvPr id="562" name="Google Shape;562;p47"/>
              <p:cNvSpPr/>
              <p:nvPr/>
            </p:nvSpPr>
            <p:spPr>
              <a:xfrm>
                <a:off x="8204419" y="4340825"/>
                <a:ext cx="327565" cy="40210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688" extrusionOk="0">
                    <a:moveTo>
                      <a:pt x="1191" y="0"/>
                    </a:moveTo>
                    <a:cubicBezTo>
                      <a:pt x="733" y="0"/>
                      <a:pt x="406" y="424"/>
                      <a:pt x="278" y="855"/>
                    </a:cubicBezTo>
                    <a:cubicBezTo>
                      <a:pt x="1" y="1910"/>
                      <a:pt x="489" y="3019"/>
                      <a:pt x="1089" y="3874"/>
                    </a:cubicBezTo>
                    <a:cubicBezTo>
                      <a:pt x="1384" y="4296"/>
                      <a:pt x="1799" y="4687"/>
                      <a:pt x="2344" y="4687"/>
                    </a:cubicBezTo>
                    <a:cubicBezTo>
                      <a:pt x="2373" y="4687"/>
                      <a:pt x="2402" y="4686"/>
                      <a:pt x="2431" y="4684"/>
                    </a:cubicBezTo>
                    <a:cubicBezTo>
                      <a:pt x="2576" y="4673"/>
                      <a:pt x="2676" y="4651"/>
                      <a:pt x="2798" y="4584"/>
                    </a:cubicBezTo>
                    <a:cubicBezTo>
                      <a:pt x="2975" y="4551"/>
                      <a:pt x="3142" y="4451"/>
                      <a:pt x="3253" y="4307"/>
                    </a:cubicBezTo>
                    <a:cubicBezTo>
                      <a:pt x="3819" y="3929"/>
                      <a:pt x="3652" y="3241"/>
                      <a:pt x="3353" y="2687"/>
                    </a:cubicBezTo>
                    <a:cubicBezTo>
                      <a:pt x="3319" y="2609"/>
                      <a:pt x="3297" y="2542"/>
                      <a:pt x="3264" y="2453"/>
                    </a:cubicBezTo>
                    <a:cubicBezTo>
                      <a:pt x="3075" y="1954"/>
                      <a:pt x="2798" y="1510"/>
                      <a:pt x="2476" y="1077"/>
                    </a:cubicBezTo>
                    <a:cubicBezTo>
                      <a:pt x="2198" y="689"/>
                      <a:pt x="1877" y="167"/>
                      <a:pt x="1377" y="23"/>
                    </a:cubicBezTo>
                    <a:cubicBezTo>
                      <a:pt x="1313" y="8"/>
                      <a:pt x="1251" y="0"/>
                      <a:pt x="1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47"/>
              <p:cNvSpPr/>
              <p:nvPr/>
            </p:nvSpPr>
            <p:spPr>
              <a:xfrm>
                <a:off x="8175942" y="4876472"/>
                <a:ext cx="327479" cy="402359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4691" extrusionOk="0">
                    <a:moveTo>
                      <a:pt x="1181" y="0"/>
                    </a:moveTo>
                    <a:cubicBezTo>
                      <a:pt x="728" y="0"/>
                      <a:pt x="404" y="429"/>
                      <a:pt x="277" y="858"/>
                    </a:cubicBezTo>
                    <a:cubicBezTo>
                      <a:pt x="0" y="1913"/>
                      <a:pt x="488" y="3023"/>
                      <a:pt x="1088" y="3866"/>
                    </a:cubicBezTo>
                    <a:cubicBezTo>
                      <a:pt x="1383" y="4288"/>
                      <a:pt x="1809" y="4690"/>
                      <a:pt x="2347" y="4690"/>
                    </a:cubicBezTo>
                    <a:cubicBezTo>
                      <a:pt x="2375" y="4690"/>
                      <a:pt x="2402" y="4689"/>
                      <a:pt x="2430" y="4687"/>
                    </a:cubicBezTo>
                    <a:cubicBezTo>
                      <a:pt x="2575" y="4665"/>
                      <a:pt x="2686" y="4643"/>
                      <a:pt x="2797" y="4587"/>
                    </a:cubicBezTo>
                    <a:cubicBezTo>
                      <a:pt x="2974" y="4543"/>
                      <a:pt x="3141" y="4443"/>
                      <a:pt x="3252" y="4310"/>
                    </a:cubicBezTo>
                    <a:cubicBezTo>
                      <a:pt x="3818" y="3922"/>
                      <a:pt x="3651" y="3245"/>
                      <a:pt x="3352" y="2690"/>
                    </a:cubicBezTo>
                    <a:cubicBezTo>
                      <a:pt x="3318" y="2601"/>
                      <a:pt x="3296" y="2534"/>
                      <a:pt x="3263" y="2445"/>
                    </a:cubicBezTo>
                    <a:cubicBezTo>
                      <a:pt x="3074" y="1946"/>
                      <a:pt x="2797" y="1513"/>
                      <a:pt x="2475" y="1080"/>
                    </a:cubicBezTo>
                    <a:cubicBezTo>
                      <a:pt x="2197" y="692"/>
                      <a:pt x="1876" y="159"/>
                      <a:pt x="1376" y="26"/>
                    </a:cubicBezTo>
                    <a:cubicBezTo>
                      <a:pt x="1309" y="9"/>
                      <a:pt x="1244" y="0"/>
                      <a:pt x="11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47"/>
              <p:cNvSpPr/>
              <p:nvPr/>
            </p:nvSpPr>
            <p:spPr>
              <a:xfrm>
                <a:off x="8593828" y="4954782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1"/>
                    </a:moveTo>
                    <a:cubicBezTo>
                      <a:pt x="589" y="1"/>
                      <a:pt x="330" y="350"/>
                      <a:pt x="233" y="700"/>
                    </a:cubicBezTo>
                    <a:cubicBezTo>
                      <a:pt x="0" y="1566"/>
                      <a:pt x="400" y="2465"/>
                      <a:pt x="888" y="3164"/>
                    </a:cubicBezTo>
                    <a:cubicBezTo>
                      <a:pt x="1135" y="3508"/>
                      <a:pt x="1476" y="3831"/>
                      <a:pt x="1941" y="3831"/>
                    </a:cubicBezTo>
                    <a:cubicBezTo>
                      <a:pt x="1956" y="3831"/>
                      <a:pt x="1971" y="3830"/>
                      <a:pt x="1987" y="3830"/>
                    </a:cubicBezTo>
                    <a:cubicBezTo>
                      <a:pt x="2098" y="3808"/>
                      <a:pt x="2197" y="3785"/>
                      <a:pt x="2275" y="3752"/>
                    </a:cubicBezTo>
                    <a:cubicBezTo>
                      <a:pt x="2430" y="3730"/>
                      <a:pt x="2553" y="3652"/>
                      <a:pt x="2652" y="3530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1"/>
                      <a:pt x="2675" y="2065"/>
                      <a:pt x="2652" y="1999"/>
                    </a:cubicBezTo>
                    <a:cubicBezTo>
                      <a:pt x="2497" y="1599"/>
                      <a:pt x="2264" y="1233"/>
                      <a:pt x="2009" y="889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09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7"/>
              <p:cNvSpPr/>
              <p:nvPr/>
            </p:nvSpPr>
            <p:spPr>
              <a:xfrm>
                <a:off x="8593828" y="4483636"/>
                <a:ext cx="266581" cy="328594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831" extrusionOk="0">
                    <a:moveTo>
                      <a:pt x="957" y="0"/>
                    </a:moveTo>
                    <a:cubicBezTo>
                      <a:pt x="589" y="0"/>
                      <a:pt x="330" y="351"/>
                      <a:pt x="233" y="711"/>
                    </a:cubicBezTo>
                    <a:cubicBezTo>
                      <a:pt x="0" y="1565"/>
                      <a:pt x="400" y="2464"/>
                      <a:pt x="888" y="3163"/>
                    </a:cubicBezTo>
                    <a:cubicBezTo>
                      <a:pt x="1135" y="3507"/>
                      <a:pt x="1476" y="3830"/>
                      <a:pt x="1941" y="3830"/>
                    </a:cubicBezTo>
                    <a:cubicBezTo>
                      <a:pt x="1956" y="3830"/>
                      <a:pt x="1971" y="3830"/>
                      <a:pt x="1987" y="3829"/>
                    </a:cubicBezTo>
                    <a:cubicBezTo>
                      <a:pt x="2098" y="3818"/>
                      <a:pt x="2197" y="3785"/>
                      <a:pt x="2275" y="3763"/>
                    </a:cubicBezTo>
                    <a:cubicBezTo>
                      <a:pt x="2430" y="3729"/>
                      <a:pt x="2553" y="3652"/>
                      <a:pt x="2652" y="3541"/>
                    </a:cubicBezTo>
                    <a:cubicBezTo>
                      <a:pt x="3107" y="3208"/>
                      <a:pt x="2974" y="2653"/>
                      <a:pt x="2719" y="2187"/>
                    </a:cubicBezTo>
                    <a:cubicBezTo>
                      <a:pt x="2708" y="2120"/>
                      <a:pt x="2675" y="2065"/>
                      <a:pt x="2652" y="1998"/>
                    </a:cubicBezTo>
                    <a:cubicBezTo>
                      <a:pt x="2497" y="1599"/>
                      <a:pt x="2264" y="1232"/>
                      <a:pt x="2009" y="888"/>
                    </a:cubicBezTo>
                    <a:cubicBezTo>
                      <a:pt x="1776" y="567"/>
                      <a:pt x="1532" y="134"/>
                      <a:pt x="1121" y="23"/>
                    </a:cubicBezTo>
                    <a:cubicBezTo>
                      <a:pt x="1064" y="8"/>
                      <a:pt x="1010" y="0"/>
                      <a:pt x="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47"/>
              <p:cNvSpPr/>
              <p:nvPr/>
            </p:nvSpPr>
            <p:spPr>
              <a:xfrm>
                <a:off x="8837509" y="4849111"/>
                <a:ext cx="159966" cy="193674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58" extrusionOk="0">
                    <a:moveTo>
                      <a:pt x="572" y="1"/>
                    </a:moveTo>
                    <a:cubicBezTo>
                      <a:pt x="348" y="1"/>
                      <a:pt x="203" y="206"/>
                      <a:pt x="144" y="412"/>
                    </a:cubicBezTo>
                    <a:cubicBezTo>
                      <a:pt x="0" y="922"/>
                      <a:pt x="244" y="1466"/>
                      <a:pt x="533" y="1866"/>
                    </a:cubicBezTo>
                    <a:cubicBezTo>
                      <a:pt x="677" y="2071"/>
                      <a:pt x="859" y="2258"/>
                      <a:pt x="1123" y="2258"/>
                    </a:cubicBezTo>
                    <a:cubicBezTo>
                      <a:pt x="1144" y="2258"/>
                      <a:pt x="1165" y="2256"/>
                      <a:pt x="1188" y="2254"/>
                    </a:cubicBezTo>
                    <a:cubicBezTo>
                      <a:pt x="1254" y="2254"/>
                      <a:pt x="1310" y="2232"/>
                      <a:pt x="1365" y="2221"/>
                    </a:cubicBezTo>
                    <a:cubicBezTo>
                      <a:pt x="1443" y="2199"/>
                      <a:pt x="1532" y="2143"/>
                      <a:pt x="1587" y="2076"/>
                    </a:cubicBezTo>
                    <a:cubicBezTo>
                      <a:pt x="1865" y="1910"/>
                      <a:pt x="1776" y="1577"/>
                      <a:pt x="1632" y="1300"/>
                    </a:cubicBezTo>
                    <a:cubicBezTo>
                      <a:pt x="1609" y="1255"/>
                      <a:pt x="1598" y="1233"/>
                      <a:pt x="1587" y="1189"/>
                    </a:cubicBezTo>
                    <a:cubicBezTo>
                      <a:pt x="1487" y="956"/>
                      <a:pt x="1354" y="734"/>
                      <a:pt x="1199" y="523"/>
                    </a:cubicBezTo>
                    <a:cubicBezTo>
                      <a:pt x="1054" y="345"/>
                      <a:pt x="910" y="79"/>
                      <a:pt x="666" y="12"/>
                    </a:cubicBezTo>
                    <a:cubicBezTo>
                      <a:pt x="633" y="4"/>
                      <a:pt x="602" y="1"/>
                      <a:pt x="5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47"/>
              <p:cNvSpPr/>
              <p:nvPr/>
            </p:nvSpPr>
            <p:spPr>
              <a:xfrm>
                <a:off x="8598545" y="4129225"/>
                <a:ext cx="159966" cy="19393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2261" extrusionOk="0">
                    <a:moveTo>
                      <a:pt x="564" y="0"/>
                    </a:moveTo>
                    <a:cubicBezTo>
                      <a:pt x="345" y="0"/>
                      <a:pt x="203" y="212"/>
                      <a:pt x="145" y="415"/>
                    </a:cubicBezTo>
                    <a:cubicBezTo>
                      <a:pt x="1" y="925"/>
                      <a:pt x="234" y="1469"/>
                      <a:pt x="533" y="1869"/>
                    </a:cubicBezTo>
                    <a:cubicBezTo>
                      <a:pt x="667" y="2074"/>
                      <a:pt x="858" y="2261"/>
                      <a:pt x="1114" y="2261"/>
                    </a:cubicBezTo>
                    <a:cubicBezTo>
                      <a:pt x="1135" y="2261"/>
                      <a:pt x="1156" y="2259"/>
                      <a:pt x="1177" y="2257"/>
                    </a:cubicBezTo>
                    <a:cubicBezTo>
                      <a:pt x="1255" y="2257"/>
                      <a:pt x="1310" y="2235"/>
                      <a:pt x="1366" y="2213"/>
                    </a:cubicBezTo>
                    <a:cubicBezTo>
                      <a:pt x="1443" y="2201"/>
                      <a:pt x="1532" y="2146"/>
                      <a:pt x="1588" y="2079"/>
                    </a:cubicBezTo>
                    <a:cubicBezTo>
                      <a:pt x="1865" y="1913"/>
                      <a:pt x="1776" y="1580"/>
                      <a:pt x="1621" y="1303"/>
                    </a:cubicBezTo>
                    <a:cubicBezTo>
                      <a:pt x="1610" y="1258"/>
                      <a:pt x="1599" y="1236"/>
                      <a:pt x="1588" y="1192"/>
                    </a:cubicBezTo>
                    <a:cubicBezTo>
                      <a:pt x="1488" y="959"/>
                      <a:pt x="1343" y="737"/>
                      <a:pt x="1199" y="526"/>
                    </a:cubicBezTo>
                    <a:cubicBezTo>
                      <a:pt x="1055" y="348"/>
                      <a:pt x="899" y="82"/>
                      <a:pt x="666" y="15"/>
                    </a:cubicBezTo>
                    <a:cubicBezTo>
                      <a:pt x="631" y="5"/>
                      <a:pt x="596" y="0"/>
                      <a:pt x="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47"/>
              <p:cNvSpPr/>
              <p:nvPr/>
            </p:nvSpPr>
            <p:spPr>
              <a:xfrm>
                <a:off x="7946500" y="4605604"/>
                <a:ext cx="129516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853" extrusionOk="0">
                    <a:moveTo>
                      <a:pt x="467" y="0"/>
                    </a:moveTo>
                    <a:cubicBezTo>
                      <a:pt x="286" y="0"/>
                      <a:pt x="160" y="166"/>
                      <a:pt x="111" y="332"/>
                    </a:cubicBezTo>
                    <a:cubicBezTo>
                      <a:pt x="0" y="754"/>
                      <a:pt x="200" y="1198"/>
                      <a:pt x="433" y="1531"/>
                    </a:cubicBezTo>
                    <a:cubicBezTo>
                      <a:pt x="551" y="1702"/>
                      <a:pt x="721" y="1853"/>
                      <a:pt x="932" y="1853"/>
                    </a:cubicBezTo>
                    <a:cubicBezTo>
                      <a:pt x="940" y="1853"/>
                      <a:pt x="947" y="1853"/>
                      <a:pt x="955" y="1852"/>
                    </a:cubicBezTo>
                    <a:cubicBezTo>
                      <a:pt x="1010" y="1852"/>
                      <a:pt x="1055" y="1830"/>
                      <a:pt x="1099" y="1808"/>
                    </a:cubicBezTo>
                    <a:cubicBezTo>
                      <a:pt x="1166" y="1797"/>
                      <a:pt x="1232" y="1753"/>
                      <a:pt x="1277" y="1697"/>
                    </a:cubicBezTo>
                    <a:cubicBezTo>
                      <a:pt x="1510" y="1542"/>
                      <a:pt x="1443" y="1286"/>
                      <a:pt x="1321" y="1064"/>
                    </a:cubicBezTo>
                    <a:cubicBezTo>
                      <a:pt x="1310" y="1031"/>
                      <a:pt x="1310" y="1009"/>
                      <a:pt x="1288" y="965"/>
                    </a:cubicBezTo>
                    <a:cubicBezTo>
                      <a:pt x="1210" y="765"/>
                      <a:pt x="1099" y="587"/>
                      <a:pt x="977" y="421"/>
                    </a:cubicBezTo>
                    <a:cubicBezTo>
                      <a:pt x="866" y="265"/>
                      <a:pt x="733" y="55"/>
                      <a:pt x="544" y="10"/>
                    </a:cubicBezTo>
                    <a:cubicBezTo>
                      <a:pt x="517" y="3"/>
                      <a:pt x="492" y="0"/>
                      <a:pt x="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9" name="Google Shape;569;p47"/>
          <p:cNvGrpSpPr/>
          <p:nvPr/>
        </p:nvGrpSpPr>
        <p:grpSpPr>
          <a:xfrm flipH="1">
            <a:off x="-373650" y="-485094"/>
            <a:ext cx="9806408" cy="5199976"/>
            <a:chOff x="-118108" y="-485094"/>
            <a:chExt cx="9806408" cy="5199976"/>
          </a:xfrm>
        </p:grpSpPr>
        <p:grpSp>
          <p:nvGrpSpPr>
            <p:cNvPr id="570" name="Google Shape;570;p47"/>
            <p:cNvGrpSpPr/>
            <p:nvPr/>
          </p:nvGrpSpPr>
          <p:grpSpPr>
            <a:xfrm rot="6765148" flipH="1">
              <a:off x="233493" y="-376391"/>
              <a:ext cx="1331775" cy="1648166"/>
              <a:chOff x="3961475" y="3551375"/>
              <a:chExt cx="373750" cy="462525"/>
            </a:xfrm>
          </p:grpSpPr>
          <p:sp>
            <p:nvSpPr>
              <p:cNvPr id="571" name="Google Shape;571;p47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7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47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47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47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47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7" name="Google Shape;577;p47"/>
            <p:cNvGrpSpPr/>
            <p:nvPr/>
          </p:nvGrpSpPr>
          <p:grpSpPr>
            <a:xfrm rot="-5221876">
              <a:off x="8701380" y="3724722"/>
              <a:ext cx="903215" cy="1025221"/>
              <a:chOff x="3932350" y="2919350"/>
              <a:chExt cx="324625" cy="368475"/>
            </a:xfrm>
          </p:grpSpPr>
          <p:sp>
            <p:nvSpPr>
              <p:cNvPr id="578" name="Google Shape;578;p47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47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47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47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8"/>
          <p:cNvSpPr/>
          <p:nvPr/>
        </p:nvSpPr>
        <p:spPr>
          <a:xfrm>
            <a:off x="-1163225" y="4179452"/>
            <a:ext cx="4507977" cy="1313194"/>
          </a:xfrm>
          <a:custGeom>
            <a:avLst/>
            <a:gdLst/>
            <a:ahLst/>
            <a:cxnLst/>
            <a:rect l="l" t="t" r="r" b="b"/>
            <a:pathLst>
              <a:path w="90128" h="26256" extrusionOk="0">
                <a:moveTo>
                  <a:pt x="32655" y="0"/>
                </a:moveTo>
                <a:cubicBezTo>
                  <a:pt x="31564" y="0"/>
                  <a:pt x="30458" y="235"/>
                  <a:pt x="29399" y="526"/>
                </a:cubicBezTo>
                <a:cubicBezTo>
                  <a:pt x="25537" y="1592"/>
                  <a:pt x="21875" y="3379"/>
                  <a:pt x="18668" y="5776"/>
                </a:cubicBezTo>
                <a:cubicBezTo>
                  <a:pt x="18412" y="5987"/>
                  <a:pt x="18113" y="6220"/>
                  <a:pt x="18079" y="6553"/>
                </a:cubicBezTo>
                <a:cubicBezTo>
                  <a:pt x="18035" y="6919"/>
                  <a:pt x="18279" y="7241"/>
                  <a:pt x="18557" y="7463"/>
                </a:cubicBezTo>
                <a:cubicBezTo>
                  <a:pt x="19999" y="8639"/>
                  <a:pt x="22530" y="8550"/>
                  <a:pt x="23251" y="10293"/>
                </a:cubicBezTo>
                <a:cubicBezTo>
                  <a:pt x="23817" y="11658"/>
                  <a:pt x="22763" y="13134"/>
                  <a:pt x="21686" y="14144"/>
                </a:cubicBezTo>
                <a:cubicBezTo>
                  <a:pt x="15938" y="19515"/>
                  <a:pt x="7814" y="21446"/>
                  <a:pt x="1" y="22423"/>
                </a:cubicBezTo>
                <a:cubicBezTo>
                  <a:pt x="2331" y="23532"/>
                  <a:pt x="4695" y="23888"/>
                  <a:pt x="7281" y="24076"/>
                </a:cubicBezTo>
                <a:cubicBezTo>
                  <a:pt x="18435" y="24886"/>
                  <a:pt x="29632" y="25286"/>
                  <a:pt x="40808" y="25674"/>
                </a:cubicBezTo>
                <a:cubicBezTo>
                  <a:pt x="49126" y="25962"/>
                  <a:pt x="57458" y="26256"/>
                  <a:pt x="65784" y="26256"/>
                </a:cubicBezTo>
                <a:cubicBezTo>
                  <a:pt x="72566" y="26256"/>
                  <a:pt x="79345" y="26061"/>
                  <a:pt x="86110" y="25508"/>
                </a:cubicBezTo>
                <a:cubicBezTo>
                  <a:pt x="87741" y="25397"/>
                  <a:pt x="89295" y="25153"/>
                  <a:pt x="90127" y="23710"/>
                </a:cubicBezTo>
                <a:cubicBezTo>
                  <a:pt x="84967" y="21047"/>
                  <a:pt x="81582" y="15120"/>
                  <a:pt x="75900" y="13966"/>
                </a:cubicBezTo>
                <a:cubicBezTo>
                  <a:pt x="75133" y="13812"/>
                  <a:pt x="74356" y="13754"/>
                  <a:pt x="73576" y="13754"/>
                </a:cubicBezTo>
                <a:cubicBezTo>
                  <a:pt x="72390" y="13754"/>
                  <a:pt x="71196" y="13888"/>
                  <a:pt x="70018" y="14022"/>
                </a:cubicBezTo>
                <a:cubicBezTo>
                  <a:pt x="67410" y="14310"/>
                  <a:pt x="64813" y="14621"/>
                  <a:pt x="62205" y="14909"/>
                </a:cubicBezTo>
                <a:cubicBezTo>
                  <a:pt x="62033" y="14932"/>
                  <a:pt x="61855" y="14951"/>
                  <a:pt x="61679" y="14951"/>
                </a:cubicBezTo>
                <a:cubicBezTo>
                  <a:pt x="61503" y="14951"/>
                  <a:pt x="61328" y="14932"/>
                  <a:pt x="61162" y="14876"/>
                </a:cubicBezTo>
                <a:cubicBezTo>
                  <a:pt x="59919" y="14488"/>
                  <a:pt x="60030" y="12701"/>
                  <a:pt x="60329" y="11425"/>
                </a:cubicBezTo>
                <a:cubicBezTo>
                  <a:pt x="60773" y="9571"/>
                  <a:pt x="61062" y="7607"/>
                  <a:pt x="60540" y="5765"/>
                </a:cubicBezTo>
                <a:cubicBezTo>
                  <a:pt x="60008" y="3934"/>
                  <a:pt x="58476" y="2269"/>
                  <a:pt x="56567" y="2136"/>
                </a:cubicBezTo>
                <a:cubicBezTo>
                  <a:pt x="56471" y="2128"/>
                  <a:pt x="56376" y="2125"/>
                  <a:pt x="56281" y="2125"/>
                </a:cubicBezTo>
                <a:cubicBezTo>
                  <a:pt x="54502" y="2125"/>
                  <a:pt x="52935" y="3379"/>
                  <a:pt x="51617" y="4633"/>
                </a:cubicBezTo>
                <a:cubicBezTo>
                  <a:pt x="47833" y="8206"/>
                  <a:pt x="44515" y="12301"/>
                  <a:pt x="41796" y="16741"/>
                </a:cubicBezTo>
                <a:cubicBezTo>
                  <a:pt x="41496" y="13700"/>
                  <a:pt x="40908" y="10692"/>
                  <a:pt x="40076" y="7762"/>
                </a:cubicBezTo>
                <a:cubicBezTo>
                  <a:pt x="39166" y="4588"/>
                  <a:pt x="37523" y="1104"/>
                  <a:pt x="34338" y="216"/>
                </a:cubicBezTo>
                <a:cubicBezTo>
                  <a:pt x="33787" y="64"/>
                  <a:pt x="33223" y="0"/>
                  <a:pt x="326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8"/>
          <p:cNvSpPr/>
          <p:nvPr/>
        </p:nvSpPr>
        <p:spPr>
          <a:xfrm flipH="1">
            <a:off x="7402475" y="-47875"/>
            <a:ext cx="1886163" cy="1216250"/>
          </a:xfrm>
          <a:custGeom>
            <a:avLst/>
            <a:gdLst/>
            <a:ahLst/>
            <a:cxnLst/>
            <a:rect l="l" t="t" r="r" b="b"/>
            <a:pathLst>
              <a:path w="49376" h="31839" extrusionOk="0">
                <a:moveTo>
                  <a:pt x="0" y="1"/>
                </a:moveTo>
                <a:lnTo>
                  <a:pt x="0" y="25504"/>
                </a:lnTo>
                <a:cubicBezTo>
                  <a:pt x="288" y="25460"/>
                  <a:pt x="568" y="25440"/>
                  <a:pt x="841" y="25440"/>
                </a:cubicBezTo>
                <a:cubicBezTo>
                  <a:pt x="4138" y="25440"/>
                  <a:pt x="6432" y="28400"/>
                  <a:pt x="9323" y="29599"/>
                </a:cubicBezTo>
                <a:cubicBezTo>
                  <a:pt x="9881" y="29819"/>
                  <a:pt x="10491" y="29967"/>
                  <a:pt x="11095" y="29967"/>
                </a:cubicBezTo>
                <a:cubicBezTo>
                  <a:pt x="11342" y="29967"/>
                  <a:pt x="11589" y="29942"/>
                  <a:pt x="11831" y="29887"/>
                </a:cubicBezTo>
                <a:cubicBezTo>
                  <a:pt x="14960" y="29155"/>
                  <a:pt x="16492" y="24605"/>
                  <a:pt x="16703" y="21830"/>
                </a:cubicBezTo>
                <a:lnTo>
                  <a:pt x="16703" y="21830"/>
                </a:lnTo>
                <a:cubicBezTo>
                  <a:pt x="16681" y="22230"/>
                  <a:pt x="17358" y="23118"/>
                  <a:pt x="17546" y="23473"/>
                </a:cubicBezTo>
                <a:cubicBezTo>
                  <a:pt x="17868" y="24061"/>
                  <a:pt x="18201" y="24638"/>
                  <a:pt x="18545" y="25193"/>
                </a:cubicBezTo>
                <a:cubicBezTo>
                  <a:pt x="20465" y="28245"/>
                  <a:pt x="23128" y="31463"/>
                  <a:pt x="27013" y="31818"/>
                </a:cubicBezTo>
                <a:cubicBezTo>
                  <a:pt x="27173" y="31831"/>
                  <a:pt x="27335" y="31838"/>
                  <a:pt x="27499" y="31838"/>
                </a:cubicBezTo>
                <a:cubicBezTo>
                  <a:pt x="29134" y="31838"/>
                  <a:pt x="30864" y="31154"/>
                  <a:pt x="30531" y="29177"/>
                </a:cubicBezTo>
                <a:cubicBezTo>
                  <a:pt x="30165" y="26902"/>
                  <a:pt x="29277" y="24749"/>
                  <a:pt x="28400" y="22629"/>
                </a:cubicBezTo>
                <a:cubicBezTo>
                  <a:pt x="27612" y="20720"/>
                  <a:pt x="26369" y="17114"/>
                  <a:pt x="29576" y="17003"/>
                </a:cubicBezTo>
                <a:cubicBezTo>
                  <a:pt x="29714" y="16997"/>
                  <a:pt x="29851" y="16995"/>
                  <a:pt x="29988" y="16995"/>
                </a:cubicBezTo>
                <a:cubicBezTo>
                  <a:pt x="32231" y="16995"/>
                  <a:pt x="34427" y="17653"/>
                  <a:pt x="36624" y="18135"/>
                </a:cubicBezTo>
                <a:cubicBezTo>
                  <a:pt x="37923" y="18419"/>
                  <a:pt x="39274" y="18645"/>
                  <a:pt x="40602" y="18645"/>
                </a:cubicBezTo>
                <a:cubicBezTo>
                  <a:pt x="41656" y="18645"/>
                  <a:pt x="42695" y="18503"/>
                  <a:pt x="43682" y="18135"/>
                </a:cubicBezTo>
                <a:cubicBezTo>
                  <a:pt x="46956" y="16914"/>
                  <a:pt x="48976" y="13396"/>
                  <a:pt x="49164" y="9911"/>
                </a:cubicBezTo>
                <a:cubicBezTo>
                  <a:pt x="49375" y="6426"/>
                  <a:pt x="48043" y="3008"/>
                  <a:pt x="462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48"/>
          <p:cNvGrpSpPr/>
          <p:nvPr/>
        </p:nvGrpSpPr>
        <p:grpSpPr>
          <a:xfrm>
            <a:off x="1333911" y="209136"/>
            <a:ext cx="992856" cy="1090327"/>
            <a:chOff x="7946500" y="4129225"/>
            <a:chExt cx="1050975" cy="1154151"/>
          </a:xfrm>
        </p:grpSpPr>
        <p:sp>
          <p:nvSpPr>
            <p:cNvPr id="586" name="Google Shape;586;p48"/>
            <p:cNvSpPr/>
            <p:nvPr/>
          </p:nvSpPr>
          <p:spPr>
            <a:xfrm>
              <a:off x="8204419" y="4340825"/>
              <a:ext cx="327565" cy="402101"/>
            </a:xfrm>
            <a:custGeom>
              <a:avLst/>
              <a:gdLst/>
              <a:ahLst/>
              <a:cxnLst/>
              <a:rect l="l" t="t" r="r" b="b"/>
              <a:pathLst>
                <a:path w="3819" h="4688" extrusionOk="0">
                  <a:moveTo>
                    <a:pt x="1191" y="0"/>
                  </a:moveTo>
                  <a:cubicBezTo>
                    <a:pt x="733" y="0"/>
                    <a:pt x="406" y="424"/>
                    <a:pt x="278" y="855"/>
                  </a:cubicBezTo>
                  <a:cubicBezTo>
                    <a:pt x="1" y="1910"/>
                    <a:pt x="489" y="3019"/>
                    <a:pt x="1089" y="3874"/>
                  </a:cubicBezTo>
                  <a:cubicBezTo>
                    <a:pt x="1384" y="4296"/>
                    <a:pt x="1799" y="4687"/>
                    <a:pt x="2344" y="4687"/>
                  </a:cubicBezTo>
                  <a:cubicBezTo>
                    <a:pt x="2373" y="4687"/>
                    <a:pt x="2402" y="4686"/>
                    <a:pt x="2431" y="4684"/>
                  </a:cubicBezTo>
                  <a:cubicBezTo>
                    <a:pt x="2576" y="4673"/>
                    <a:pt x="2676" y="4651"/>
                    <a:pt x="2798" y="4584"/>
                  </a:cubicBezTo>
                  <a:cubicBezTo>
                    <a:pt x="2975" y="4551"/>
                    <a:pt x="3142" y="4451"/>
                    <a:pt x="3253" y="4307"/>
                  </a:cubicBezTo>
                  <a:cubicBezTo>
                    <a:pt x="3819" y="3929"/>
                    <a:pt x="3652" y="3241"/>
                    <a:pt x="3353" y="2687"/>
                  </a:cubicBezTo>
                  <a:cubicBezTo>
                    <a:pt x="3319" y="2609"/>
                    <a:pt x="3297" y="2542"/>
                    <a:pt x="3264" y="2453"/>
                  </a:cubicBezTo>
                  <a:cubicBezTo>
                    <a:pt x="3075" y="1954"/>
                    <a:pt x="2798" y="1510"/>
                    <a:pt x="2476" y="1077"/>
                  </a:cubicBezTo>
                  <a:cubicBezTo>
                    <a:pt x="2198" y="689"/>
                    <a:pt x="1877" y="167"/>
                    <a:pt x="1377" y="23"/>
                  </a:cubicBezTo>
                  <a:cubicBezTo>
                    <a:pt x="1313" y="8"/>
                    <a:pt x="1251" y="0"/>
                    <a:pt x="1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8"/>
            <p:cNvSpPr/>
            <p:nvPr/>
          </p:nvSpPr>
          <p:spPr>
            <a:xfrm>
              <a:off x="8175942" y="4876472"/>
              <a:ext cx="327479" cy="402359"/>
            </a:xfrm>
            <a:custGeom>
              <a:avLst/>
              <a:gdLst/>
              <a:ahLst/>
              <a:cxnLst/>
              <a:rect l="l" t="t" r="r" b="b"/>
              <a:pathLst>
                <a:path w="3818" h="4691" extrusionOk="0">
                  <a:moveTo>
                    <a:pt x="1181" y="0"/>
                  </a:moveTo>
                  <a:cubicBezTo>
                    <a:pt x="728" y="0"/>
                    <a:pt x="404" y="429"/>
                    <a:pt x="277" y="858"/>
                  </a:cubicBezTo>
                  <a:cubicBezTo>
                    <a:pt x="0" y="1913"/>
                    <a:pt x="488" y="3023"/>
                    <a:pt x="1088" y="3866"/>
                  </a:cubicBezTo>
                  <a:cubicBezTo>
                    <a:pt x="1383" y="4288"/>
                    <a:pt x="1809" y="4690"/>
                    <a:pt x="2347" y="4690"/>
                  </a:cubicBezTo>
                  <a:cubicBezTo>
                    <a:pt x="2375" y="4690"/>
                    <a:pt x="2402" y="4689"/>
                    <a:pt x="2430" y="4687"/>
                  </a:cubicBezTo>
                  <a:cubicBezTo>
                    <a:pt x="2575" y="4665"/>
                    <a:pt x="2686" y="4643"/>
                    <a:pt x="2797" y="4587"/>
                  </a:cubicBezTo>
                  <a:cubicBezTo>
                    <a:pt x="2974" y="4543"/>
                    <a:pt x="3141" y="4443"/>
                    <a:pt x="3252" y="4310"/>
                  </a:cubicBezTo>
                  <a:cubicBezTo>
                    <a:pt x="3818" y="3922"/>
                    <a:pt x="3651" y="3245"/>
                    <a:pt x="3352" y="2690"/>
                  </a:cubicBezTo>
                  <a:cubicBezTo>
                    <a:pt x="3318" y="2601"/>
                    <a:pt x="3296" y="2534"/>
                    <a:pt x="3263" y="2445"/>
                  </a:cubicBezTo>
                  <a:cubicBezTo>
                    <a:pt x="3074" y="1946"/>
                    <a:pt x="2797" y="1513"/>
                    <a:pt x="2475" y="1080"/>
                  </a:cubicBezTo>
                  <a:cubicBezTo>
                    <a:pt x="2197" y="692"/>
                    <a:pt x="1876" y="159"/>
                    <a:pt x="1376" y="26"/>
                  </a:cubicBezTo>
                  <a:cubicBezTo>
                    <a:pt x="1309" y="9"/>
                    <a:pt x="1244" y="0"/>
                    <a:pt x="1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8"/>
            <p:cNvSpPr/>
            <p:nvPr/>
          </p:nvSpPr>
          <p:spPr>
            <a:xfrm>
              <a:off x="8593828" y="4954782"/>
              <a:ext cx="266581" cy="328594"/>
            </a:xfrm>
            <a:custGeom>
              <a:avLst/>
              <a:gdLst/>
              <a:ahLst/>
              <a:cxnLst/>
              <a:rect l="l" t="t" r="r" b="b"/>
              <a:pathLst>
                <a:path w="3108" h="3831" extrusionOk="0">
                  <a:moveTo>
                    <a:pt x="957" y="1"/>
                  </a:moveTo>
                  <a:cubicBezTo>
                    <a:pt x="589" y="1"/>
                    <a:pt x="330" y="350"/>
                    <a:pt x="233" y="700"/>
                  </a:cubicBezTo>
                  <a:cubicBezTo>
                    <a:pt x="0" y="1566"/>
                    <a:pt x="400" y="2465"/>
                    <a:pt x="888" y="3164"/>
                  </a:cubicBezTo>
                  <a:cubicBezTo>
                    <a:pt x="1135" y="3508"/>
                    <a:pt x="1476" y="3831"/>
                    <a:pt x="1941" y="3831"/>
                  </a:cubicBezTo>
                  <a:cubicBezTo>
                    <a:pt x="1956" y="3831"/>
                    <a:pt x="1971" y="3830"/>
                    <a:pt x="1987" y="3830"/>
                  </a:cubicBezTo>
                  <a:cubicBezTo>
                    <a:pt x="2098" y="3808"/>
                    <a:pt x="2197" y="3785"/>
                    <a:pt x="2275" y="3752"/>
                  </a:cubicBezTo>
                  <a:cubicBezTo>
                    <a:pt x="2430" y="3730"/>
                    <a:pt x="2553" y="3652"/>
                    <a:pt x="2652" y="3530"/>
                  </a:cubicBezTo>
                  <a:cubicBezTo>
                    <a:pt x="3107" y="3208"/>
                    <a:pt x="2974" y="2653"/>
                    <a:pt x="2719" y="2187"/>
                  </a:cubicBezTo>
                  <a:cubicBezTo>
                    <a:pt x="2708" y="2121"/>
                    <a:pt x="2675" y="2065"/>
                    <a:pt x="2652" y="1999"/>
                  </a:cubicBezTo>
                  <a:cubicBezTo>
                    <a:pt x="2497" y="1599"/>
                    <a:pt x="2264" y="1233"/>
                    <a:pt x="2009" y="889"/>
                  </a:cubicBezTo>
                  <a:cubicBezTo>
                    <a:pt x="1776" y="567"/>
                    <a:pt x="1532" y="134"/>
                    <a:pt x="1121" y="23"/>
                  </a:cubicBezTo>
                  <a:cubicBezTo>
                    <a:pt x="1064" y="8"/>
                    <a:pt x="1009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8"/>
            <p:cNvSpPr/>
            <p:nvPr/>
          </p:nvSpPr>
          <p:spPr>
            <a:xfrm>
              <a:off x="8593828" y="4483636"/>
              <a:ext cx="266581" cy="328594"/>
            </a:xfrm>
            <a:custGeom>
              <a:avLst/>
              <a:gdLst/>
              <a:ahLst/>
              <a:cxnLst/>
              <a:rect l="l" t="t" r="r" b="b"/>
              <a:pathLst>
                <a:path w="3108" h="3831" extrusionOk="0">
                  <a:moveTo>
                    <a:pt x="957" y="0"/>
                  </a:moveTo>
                  <a:cubicBezTo>
                    <a:pt x="589" y="0"/>
                    <a:pt x="330" y="351"/>
                    <a:pt x="233" y="711"/>
                  </a:cubicBezTo>
                  <a:cubicBezTo>
                    <a:pt x="0" y="1565"/>
                    <a:pt x="400" y="2464"/>
                    <a:pt x="888" y="3163"/>
                  </a:cubicBezTo>
                  <a:cubicBezTo>
                    <a:pt x="1135" y="3507"/>
                    <a:pt x="1476" y="3830"/>
                    <a:pt x="1941" y="3830"/>
                  </a:cubicBezTo>
                  <a:cubicBezTo>
                    <a:pt x="1956" y="3830"/>
                    <a:pt x="1971" y="3830"/>
                    <a:pt x="1987" y="3829"/>
                  </a:cubicBezTo>
                  <a:cubicBezTo>
                    <a:pt x="2098" y="3818"/>
                    <a:pt x="2197" y="3785"/>
                    <a:pt x="2275" y="3763"/>
                  </a:cubicBezTo>
                  <a:cubicBezTo>
                    <a:pt x="2430" y="3729"/>
                    <a:pt x="2553" y="3652"/>
                    <a:pt x="2652" y="3541"/>
                  </a:cubicBezTo>
                  <a:cubicBezTo>
                    <a:pt x="3107" y="3208"/>
                    <a:pt x="2974" y="2653"/>
                    <a:pt x="2719" y="2187"/>
                  </a:cubicBezTo>
                  <a:cubicBezTo>
                    <a:pt x="2708" y="2120"/>
                    <a:pt x="2675" y="2065"/>
                    <a:pt x="2652" y="1998"/>
                  </a:cubicBezTo>
                  <a:cubicBezTo>
                    <a:pt x="2497" y="1599"/>
                    <a:pt x="2264" y="1232"/>
                    <a:pt x="2009" y="888"/>
                  </a:cubicBezTo>
                  <a:cubicBezTo>
                    <a:pt x="1776" y="567"/>
                    <a:pt x="1532" y="134"/>
                    <a:pt x="1121" y="23"/>
                  </a:cubicBezTo>
                  <a:cubicBezTo>
                    <a:pt x="1064" y="8"/>
                    <a:pt x="1010" y="0"/>
                    <a:pt x="9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8"/>
            <p:cNvSpPr/>
            <p:nvPr/>
          </p:nvSpPr>
          <p:spPr>
            <a:xfrm>
              <a:off x="8837509" y="4849111"/>
              <a:ext cx="159966" cy="193674"/>
            </a:xfrm>
            <a:custGeom>
              <a:avLst/>
              <a:gdLst/>
              <a:ahLst/>
              <a:cxnLst/>
              <a:rect l="l" t="t" r="r" b="b"/>
              <a:pathLst>
                <a:path w="1865" h="2258" extrusionOk="0">
                  <a:moveTo>
                    <a:pt x="572" y="1"/>
                  </a:moveTo>
                  <a:cubicBezTo>
                    <a:pt x="348" y="1"/>
                    <a:pt x="203" y="206"/>
                    <a:pt x="144" y="412"/>
                  </a:cubicBezTo>
                  <a:cubicBezTo>
                    <a:pt x="0" y="922"/>
                    <a:pt x="244" y="1466"/>
                    <a:pt x="533" y="1866"/>
                  </a:cubicBezTo>
                  <a:cubicBezTo>
                    <a:pt x="677" y="2071"/>
                    <a:pt x="859" y="2258"/>
                    <a:pt x="1123" y="2258"/>
                  </a:cubicBezTo>
                  <a:cubicBezTo>
                    <a:pt x="1144" y="2258"/>
                    <a:pt x="1165" y="2256"/>
                    <a:pt x="1188" y="2254"/>
                  </a:cubicBezTo>
                  <a:cubicBezTo>
                    <a:pt x="1254" y="2254"/>
                    <a:pt x="1310" y="2232"/>
                    <a:pt x="1365" y="2221"/>
                  </a:cubicBezTo>
                  <a:cubicBezTo>
                    <a:pt x="1443" y="2199"/>
                    <a:pt x="1532" y="2143"/>
                    <a:pt x="1587" y="2076"/>
                  </a:cubicBezTo>
                  <a:cubicBezTo>
                    <a:pt x="1865" y="1910"/>
                    <a:pt x="1776" y="1577"/>
                    <a:pt x="1632" y="1300"/>
                  </a:cubicBezTo>
                  <a:cubicBezTo>
                    <a:pt x="1609" y="1255"/>
                    <a:pt x="1598" y="1233"/>
                    <a:pt x="1587" y="1189"/>
                  </a:cubicBezTo>
                  <a:cubicBezTo>
                    <a:pt x="1487" y="956"/>
                    <a:pt x="1354" y="734"/>
                    <a:pt x="1199" y="523"/>
                  </a:cubicBezTo>
                  <a:cubicBezTo>
                    <a:pt x="1054" y="345"/>
                    <a:pt x="910" y="79"/>
                    <a:pt x="666" y="12"/>
                  </a:cubicBezTo>
                  <a:cubicBezTo>
                    <a:pt x="633" y="4"/>
                    <a:pt x="602" y="1"/>
                    <a:pt x="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8"/>
            <p:cNvSpPr/>
            <p:nvPr/>
          </p:nvSpPr>
          <p:spPr>
            <a:xfrm>
              <a:off x="8598545" y="4129225"/>
              <a:ext cx="159966" cy="193932"/>
            </a:xfrm>
            <a:custGeom>
              <a:avLst/>
              <a:gdLst/>
              <a:ahLst/>
              <a:cxnLst/>
              <a:rect l="l" t="t" r="r" b="b"/>
              <a:pathLst>
                <a:path w="1865" h="2261" extrusionOk="0">
                  <a:moveTo>
                    <a:pt x="564" y="0"/>
                  </a:moveTo>
                  <a:cubicBezTo>
                    <a:pt x="345" y="0"/>
                    <a:pt x="203" y="212"/>
                    <a:pt x="145" y="415"/>
                  </a:cubicBezTo>
                  <a:cubicBezTo>
                    <a:pt x="1" y="925"/>
                    <a:pt x="234" y="1469"/>
                    <a:pt x="533" y="1869"/>
                  </a:cubicBezTo>
                  <a:cubicBezTo>
                    <a:pt x="667" y="2074"/>
                    <a:pt x="858" y="2261"/>
                    <a:pt x="1114" y="2261"/>
                  </a:cubicBezTo>
                  <a:cubicBezTo>
                    <a:pt x="1135" y="2261"/>
                    <a:pt x="1156" y="2259"/>
                    <a:pt x="1177" y="2257"/>
                  </a:cubicBezTo>
                  <a:cubicBezTo>
                    <a:pt x="1255" y="2257"/>
                    <a:pt x="1310" y="2235"/>
                    <a:pt x="1366" y="2213"/>
                  </a:cubicBezTo>
                  <a:cubicBezTo>
                    <a:pt x="1443" y="2201"/>
                    <a:pt x="1532" y="2146"/>
                    <a:pt x="1588" y="2079"/>
                  </a:cubicBezTo>
                  <a:cubicBezTo>
                    <a:pt x="1865" y="1913"/>
                    <a:pt x="1776" y="1580"/>
                    <a:pt x="1621" y="1303"/>
                  </a:cubicBezTo>
                  <a:cubicBezTo>
                    <a:pt x="1610" y="1258"/>
                    <a:pt x="1599" y="1236"/>
                    <a:pt x="1588" y="1192"/>
                  </a:cubicBezTo>
                  <a:cubicBezTo>
                    <a:pt x="1488" y="959"/>
                    <a:pt x="1343" y="737"/>
                    <a:pt x="1199" y="526"/>
                  </a:cubicBezTo>
                  <a:cubicBezTo>
                    <a:pt x="1055" y="348"/>
                    <a:pt x="899" y="82"/>
                    <a:pt x="666" y="15"/>
                  </a:cubicBezTo>
                  <a:cubicBezTo>
                    <a:pt x="631" y="5"/>
                    <a:pt x="596" y="0"/>
                    <a:pt x="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8"/>
            <p:cNvSpPr/>
            <p:nvPr/>
          </p:nvSpPr>
          <p:spPr>
            <a:xfrm>
              <a:off x="7946500" y="4605604"/>
              <a:ext cx="129516" cy="158936"/>
            </a:xfrm>
            <a:custGeom>
              <a:avLst/>
              <a:gdLst/>
              <a:ahLst/>
              <a:cxnLst/>
              <a:rect l="l" t="t" r="r" b="b"/>
              <a:pathLst>
                <a:path w="1510" h="1853" extrusionOk="0">
                  <a:moveTo>
                    <a:pt x="467" y="0"/>
                  </a:moveTo>
                  <a:cubicBezTo>
                    <a:pt x="286" y="0"/>
                    <a:pt x="160" y="166"/>
                    <a:pt x="111" y="332"/>
                  </a:cubicBezTo>
                  <a:cubicBezTo>
                    <a:pt x="0" y="754"/>
                    <a:pt x="200" y="1198"/>
                    <a:pt x="433" y="1531"/>
                  </a:cubicBezTo>
                  <a:cubicBezTo>
                    <a:pt x="551" y="1702"/>
                    <a:pt x="721" y="1853"/>
                    <a:pt x="932" y="1853"/>
                  </a:cubicBezTo>
                  <a:cubicBezTo>
                    <a:pt x="940" y="1853"/>
                    <a:pt x="947" y="1853"/>
                    <a:pt x="955" y="1852"/>
                  </a:cubicBezTo>
                  <a:cubicBezTo>
                    <a:pt x="1010" y="1852"/>
                    <a:pt x="1055" y="1830"/>
                    <a:pt x="1099" y="1808"/>
                  </a:cubicBezTo>
                  <a:cubicBezTo>
                    <a:pt x="1166" y="1797"/>
                    <a:pt x="1232" y="1753"/>
                    <a:pt x="1277" y="1697"/>
                  </a:cubicBezTo>
                  <a:cubicBezTo>
                    <a:pt x="1510" y="1542"/>
                    <a:pt x="1443" y="1286"/>
                    <a:pt x="1321" y="1064"/>
                  </a:cubicBezTo>
                  <a:cubicBezTo>
                    <a:pt x="1310" y="1031"/>
                    <a:pt x="1310" y="1009"/>
                    <a:pt x="1288" y="965"/>
                  </a:cubicBezTo>
                  <a:cubicBezTo>
                    <a:pt x="1210" y="765"/>
                    <a:pt x="1099" y="587"/>
                    <a:pt x="977" y="421"/>
                  </a:cubicBezTo>
                  <a:cubicBezTo>
                    <a:pt x="866" y="265"/>
                    <a:pt x="733" y="55"/>
                    <a:pt x="544" y="10"/>
                  </a:cubicBezTo>
                  <a:cubicBezTo>
                    <a:pt x="517" y="3"/>
                    <a:pt x="492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48"/>
          <p:cNvGrpSpPr/>
          <p:nvPr/>
        </p:nvGrpSpPr>
        <p:grpSpPr>
          <a:xfrm>
            <a:off x="-967858" y="-351294"/>
            <a:ext cx="10462483" cy="5895267"/>
            <a:chOff x="-967858" y="-351294"/>
            <a:chExt cx="10462483" cy="5895267"/>
          </a:xfrm>
        </p:grpSpPr>
        <p:grpSp>
          <p:nvGrpSpPr>
            <p:cNvPr id="594" name="Google Shape;594;p48"/>
            <p:cNvGrpSpPr/>
            <p:nvPr/>
          </p:nvGrpSpPr>
          <p:grpSpPr>
            <a:xfrm rot="4034852">
              <a:off x="-616257" y="-242591"/>
              <a:ext cx="1331775" cy="1648166"/>
              <a:chOff x="3961475" y="3551375"/>
              <a:chExt cx="373750" cy="462525"/>
            </a:xfrm>
          </p:grpSpPr>
          <p:sp>
            <p:nvSpPr>
              <p:cNvPr id="595" name="Google Shape;595;p48"/>
              <p:cNvSpPr/>
              <p:nvPr/>
            </p:nvSpPr>
            <p:spPr>
              <a:xfrm>
                <a:off x="4090200" y="3551375"/>
                <a:ext cx="117950" cy="260275"/>
              </a:xfrm>
              <a:custGeom>
                <a:avLst/>
                <a:gdLst/>
                <a:ahLst/>
                <a:cxnLst/>
                <a:rect l="l" t="t" r="r" b="b"/>
                <a:pathLst>
                  <a:path w="4718" h="10411" extrusionOk="0">
                    <a:moveTo>
                      <a:pt x="1155" y="0"/>
                    </a:moveTo>
                    <a:cubicBezTo>
                      <a:pt x="1188" y="45"/>
                      <a:pt x="789" y="1077"/>
                      <a:pt x="722" y="1277"/>
                    </a:cubicBezTo>
                    <a:cubicBezTo>
                      <a:pt x="334" y="2497"/>
                      <a:pt x="1" y="3763"/>
                      <a:pt x="1" y="5072"/>
                    </a:cubicBezTo>
                    <a:cubicBezTo>
                      <a:pt x="1" y="6493"/>
                      <a:pt x="523" y="7813"/>
                      <a:pt x="1410" y="8912"/>
                    </a:cubicBezTo>
                    <a:cubicBezTo>
                      <a:pt x="1732" y="9311"/>
                      <a:pt x="2098" y="9678"/>
                      <a:pt x="2465" y="10011"/>
                    </a:cubicBezTo>
                    <a:cubicBezTo>
                      <a:pt x="2498" y="10033"/>
                      <a:pt x="2964" y="10410"/>
                      <a:pt x="2964" y="10410"/>
                    </a:cubicBezTo>
                    <a:cubicBezTo>
                      <a:pt x="4085" y="7292"/>
                      <a:pt x="4718" y="3807"/>
                      <a:pt x="2132" y="1099"/>
                    </a:cubicBezTo>
                    <a:cubicBezTo>
                      <a:pt x="1910" y="866"/>
                      <a:pt x="1566" y="478"/>
                      <a:pt x="1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48"/>
              <p:cNvSpPr/>
              <p:nvPr/>
            </p:nvSpPr>
            <p:spPr>
              <a:xfrm>
                <a:off x="4204250" y="3625450"/>
                <a:ext cx="130975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5239" h="8668" extrusionOk="0">
                    <a:moveTo>
                      <a:pt x="4661" y="0"/>
                    </a:moveTo>
                    <a:cubicBezTo>
                      <a:pt x="4661" y="34"/>
                      <a:pt x="3818" y="578"/>
                      <a:pt x="3651" y="700"/>
                    </a:cubicBezTo>
                    <a:cubicBezTo>
                      <a:pt x="2708" y="1399"/>
                      <a:pt x="1776" y="2142"/>
                      <a:pt x="1077" y="3119"/>
                    </a:cubicBezTo>
                    <a:cubicBezTo>
                      <a:pt x="333" y="4173"/>
                      <a:pt x="0" y="5416"/>
                      <a:pt x="67" y="6715"/>
                    </a:cubicBezTo>
                    <a:cubicBezTo>
                      <a:pt x="100" y="7170"/>
                      <a:pt x="167" y="7625"/>
                      <a:pt x="267" y="8113"/>
                    </a:cubicBezTo>
                    <a:cubicBezTo>
                      <a:pt x="278" y="8135"/>
                      <a:pt x="411" y="8668"/>
                      <a:pt x="411" y="8668"/>
                    </a:cubicBezTo>
                    <a:cubicBezTo>
                      <a:pt x="2908" y="6970"/>
                      <a:pt x="5238" y="4728"/>
                      <a:pt x="4795" y="1343"/>
                    </a:cubicBezTo>
                    <a:cubicBezTo>
                      <a:pt x="4761" y="1033"/>
                      <a:pt x="4717" y="566"/>
                      <a:pt x="46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48"/>
              <p:cNvSpPr/>
              <p:nvPr/>
            </p:nvSpPr>
            <p:spPr>
              <a:xfrm>
                <a:off x="4132950" y="3669000"/>
                <a:ext cx="123200" cy="344900"/>
              </a:xfrm>
              <a:custGeom>
                <a:avLst/>
                <a:gdLst/>
                <a:ahLst/>
                <a:cxnLst/>
                <a:rect l="l" t="t" r="r" b="b"/>
                <a:pathLst>
                  <a:path w="4928" h="13796" fill="none" extrusionOk="0">
                    <a:moveTo>
                      <a:pt x="4928" y="13796"/>
                    </a:moveTo>
                    <a:cubicBezTo>
                      <a:pt x="2364" y="9601"/>
                      <a:pt x="677" y="4873"/>
                      <a:pt x="0" y="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48"/>
              <p:cNvSpPr/>
              <p:nvPr/>
            </p:nvSpPr>
            <p:spPr>
              <a:xfrm>
                <a:off x="4204250" y="3731425"/>
                <a:ext cx="51075" cy="181475"/>
              </a:xfrm>
              <a:custGeom>
                <a:avLst/>
                <a:gdLst/>
                <a:ahLst/>
                <a:cxnLst/>
                <a:rect l="l" t="t" r="r" b="b"/>
                <a:pathLst>
                  <a:path w="2043" h="7259" fill="none" extrusionOk="0">
                    <a:moveTo>
                      <a:pt x="2042" y="1"/>
                    </a:moveTo>
                    <a:cubicBezTo>
                      <a:pt x="932" y="2265"/>
                      <a:pt x="233" y="4751"/>
                      <a:pt x="0" y="7259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48"/>
              <p:cNvSpPr/>
              <p:nvPr/>
            </p:nvSpPr>
            <p:spPr>
              <a:xfrm>
                <a:off x="3961475" y="3753075"/>
                <a:ext cx="182875" cy="88825"/>
              </a:xfrm>
              <a:custGeom>
                <a:avLst/>
                <a:gdLst/>
                <a:ahLst/>
                <a:cxnLst/>
                <a:rect l="l" t="t" r="r" b="b"/>
                <a:pathLst>
                  <a:path w="7315" h="3553" extrusionOk="0">
                    <a:moveTo>
                      <a:pt x="1882" y="1"/>
                    </a:moveTo>
                    <a:cubicBezTo>
                      <a:pt x="1595" y="1"/>
                      <a:pt x="1308" y="10"/>
                      <a:pt x="1021" y="23"/>
                    </a:cubicBezTo>
                    <a:cubicBezTo>
                      <a:pt x="881" y="32"/>
                      <a:pt x="267" y="97"/>
                      <a:pt x="65" y="97"/>
                    </a:cubicBezTo>
                    <a:cubicBezTo>
                      <a:pt x="27" y="97"/>
                      <a:pt x="4" y="95"/>
                      <a:pt x="0" y="89"/>
                    </a:cubicBezTo>
                    <a:lnTo>
                      <a:pt x="0" y="89"/>
                    </a:lnTo>
                    <a:cubicBezTo>
                      <a:pt x="267" y="500"/>
                      <a:pt x="489" y="811"/>
                      <a:pt x="611" y="1033"/>
                    </a:cubicBezTo>
                    <a:cubicBezTo>
                      <a:pt x="1841" y="3052"/>
                      <a:pt x="3898" y="3553"/>
                      <a:pt x="5998" y="3553"/>
                    </a:cubicBezTo>
                    <a:cubicBezTo>
                      <a:pt x="6437" y="3553"/>
                      <a:pt x="6878" y="3531"/>
                      <a:pt x="7314" y="3496"/>
                    </a:cubicBezTo>
                    <a:cubicBezTo>
                      <a:pt x="7314" y="3496"/>
                      <a:pt x="7125" y="3075"/>
                      <a:pt x="7114" y="3041"/>
                    </a:cubicBezTo>
                    <a:cubicBezTo>
                      <a:pt x="6937" y="2697"/>
                      <a:pt x="6748" y="2353"/>
                      <a:pt x="6515" y="2054"/>
                    </a:cubicBezTo>
                    <a:cubicBezTo>
                      <a:pt x="5882" y="1177"/>
                      <a:pt x="5028" y="533"/>
                      <a:pt x="3962" y="245"/>
                    </a:cubicBezTo>
                    <a:cubicBezTo>
                      <a:pt x="3285" y="56"/>
                      <a:pt x="2585" y="1"/>
                      <a:pt x="1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48"/>
              <p:cNvSpPr/>
              <p:nvPr/>
            </p:nvSpPr>
            <p:spPr>
              <a:xfrm>
                <a:off x="4060250" y="3789975"/>
                <a:ext cx="12875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150" h="3641" fill="none" extrusionOk="0">
                    <a:moveTo>
                      <a:pt x="0" y="1"/>
                    </a:moveTo>
                    <a:cubicBezTo>
                      <a:pt x="1920" y="888"/>
                      <a:pt x="3663" y="2120"/>
                      <a:pt x="5150" y="3641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110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1" name="Google Shape;601;p48"/>
            <p:cNvGrpSpPr/>
            <p:nvPr/>
          </p:nvGrpSpPr>
          <p:grpSpPr>
            <a:xfrm rot="-5221876">
              <a:off x="8507705" y="2059147"/>
              <a:ext cx="903215" cy="1025221"/>
              <a:chOff x="3932350" y="2919350"/>
              <a:chExt cx="324625" cy="368475"/>
            </a:xfrm>
          </p:grpSpPr>
          <p:sp>
            <p:nvSpPr>
              <p:cNvPr id="602" name="Google Shape;602;p48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48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48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48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48"/>
            <p:cNvGrpSpPr/>
            <p:nvPr/>
          </p:nvGrpSpPr>
          <p:grpSpPr>
            <a:xfrm>
              <a:off x="6108249" y="4518765"/>
              <a:ext cx="903204" cy="1025208"/>
              <a:chOff x="3932350" y="2919350"/>
              <a:chExt cx="324625" cy="368475"/>
            </a:xfrm>
          </p:grpSpPr>
          <p:sp>
            <p:nvSpPr>
              <p:cNvPr id="607" name="Google Shape;607;p48"/>
              <p:cNvSpPr/>
              <p:nvPr/>
            </p:nvSpPr>
            <p:spPr>
              <a:xfrm>
                <a:off x="3932350" y="2944600"/>
                <a:ext cx="155100" cy="2072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82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" y="1"/>
                      <a:pt x="1" y="1"/>
                      <a:pt x="2" y="1"/>
                    </a:cubicBezTo>
                    <a:lnTo>
                      <a:pt x="2" y="1"/>
                    </a:ln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2" y="1"/>
                    </a:moveTo>
                    <a:cubicBezTo>
                      <a:pt x="58" y="36"/>
                      <a:pt x="167" y="1079"/>
                      <a:pt x="189" y="1299"/>
                    </a:cubicBezTo>
                    <a:cubicBezTo>
                      <a:pt x="389" y="2553"/>
                      <a:pt x="655" y="3796"/>
                      <a:pt x="1232" y="4939"/>
                    </a:cubicBezTo>
                    <a:cubicBezTo>
                      <a:pt x="1876" y="6182"/>
                      <a:pt x="2919" y="7103"/>
                      <a:pt x="4173" y="7669"/>
                    </a:cubicBezTo>
                    <a:cubicBezTo>
                      <a:pt x="4617" y="7869"/>
                      <a:pt x="5105" y="8035"/>
                      <a:pt x="5594" y="8168"/>
                    </a:cubicBezTo>
                    <a:cubicBezTo>
                      <a:pt x="5638" y="8168"/>
                      <a:pt x="6204" y="8290"/>
                      <a:pt x="6204" y="8290"/>
                    </a:cubicBezTo>
                    <a:cubicBezTo>
                      <a:pt x="5793" y="5072"/>
                      <a:pt x="4817" y="1765"/>
                      <a:pt x="1354" y="522"/>
                    </a:cubicBezTo>
                    <a:cubicBezTo>
                      <a:pt x="1044" y="411"/>
                      <a:pt x="567" y="234"/>
                      <a:pt x="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48"/>
              <p:cNvSpPr/>
              <p:nvPr/>
            </p:nvSpPr>
            <p:spPr>
              <a:xfrm>
                <a:off x="4092975" y="2919350"/>
                <a:ext cx="113800" cy="236125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9445" extrusionOk="0">
                    <a:moveTo>
                      <a:pt x="1943" y="0"/>
                    </a:moveTo>
                    <a:lnTo>
                      <a:pt x="1943" y="0"/>
                    </a:lnTo>
                    <a:cubicBezTo>
                      <a:pt x="1943" y="0"/>
                      <a:pt x="1943" y="0"/>
                      <a:pt x="1943" y="1"/>
                    </a:cubicBezTo>
                    <a:lnTo>
                      <a:pt x="1943" y="1"/>
                    </a:lnTo>
                    <a:cubicBezTo>
                      <a:pt x="1943" y="0"/>
                      <a:pt x="1943" y="0"/>
                      <a:pt x="1943" y="0"/>
                    </a:cubicBezTo>
                    <a:close/>
                    <a:moveTo>
                      <a:pt x="1943" y="1"/>
                    </a:moveTo>
                    <a:lnTo>
                      <a:pt x="1943" y="1"/>
                    </a:lnTo>
                    <a:cubicBezTo>
                      <a:pt x="1963" y="37"/>
                      <a:pt x="1466" y="889"/>
                      <a:pt x="1377" y="1066"/>
                    </a:cubicBezTo>
                    <a:cubicBezTo>
                      <a:pt x="844" y="2087"/>
                      <a:pt x="378" y="3163"/>
                      <a:pt x="190" y="4306"/>
                    </a:cubicBezTo>
                    <a:cubicBezTo>
                      <a:pt x="1" y="5571"/>
                      <a:pt x="267" y="6803"/>
                      <a:pt x="900" y="7902"/>
                    </a:cubicBezTo>
                    <a:cubicBezTo>
                      <a:pt x="1133" y="8302"/>
                      <a:pt x="1399" y="8679"/>
                      <a:pt x="1677" y="9012"/>
                    </a:cubicBezTo>
                    <a:cubicBezTo>
                      <a:pt x="1710" y="9045"/>
                      <a:pt x="2065" y="9445"/>
                      <a:pt x="2065" y="9445"/>
                    </a:cubicBezTo>
                    <a:cubicBezTo>
                      <a:pt x="3497" y="6859"/>
                      <a:pt x="4551" y="3862"/>
                      <a:pt x="2664" y="1110"/>
                    </a:cubicBezTo>
                    <a:cubicBezTo>
                      <a:pt x="2487" y="855"/>
                      <a:pt x="2232" y="478"/>
                      <a:pt x="19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48"/>
              <p:cNvSpPr/>
              <p:nvPr/>
            </p:nvSpPr>
            <p:spPr>
              <a:xfrm>
                <a:off x="3996425" y="3040875"/>
                <a:ext cx="260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10422" h="9878" fill="none" extrusionOk="0">
                    <a:moveTo>
                      <a:pt x="10422" y="9877"/>
                    </a:moveTo>
                    <a:cubicBezTo>
                      <a:pt x="6327" y="7347"/>
                      <a:pt x="2753" y="3951"/>
                      <a:pt x="1" y="0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48"/>
              <p:cNvSpPr/>
              <p:nvPr/>
            </p:nvSpPr>
            <p:spPr>
              <a:xfrm>
                <a:off x="4131000" y="3041700"/>
                <a:ext cx="35525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7237" fill="none" extrusionOk="0">
                    <a:moveTo>
                      <a:pt x="0" y="1"/>
                    </a:moveTo>
                    <a:cubicBezTo>
                      <a:pt x="34" y="2464"/>
                      <a:pt x="522" y="4939"/>
                      <a:pt x="1421" y="7236"/>
                    </a:cubicBez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39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_cBMYDDwW4bThjDGTDKaA6-Oo5H4cb1?usp=drive_lin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olab.research.google.com/drive/1m-rgc9wjDSmFg8k4Rmne0FgEuyH0ka0N?usp=sharing" TargetMode="External"/><Relationship Id="rId5" Type="http://schemas.openxmlformats.org/officeDocument/2006/relationships/hyperlink" Target="https://colab.research.google.com/drive/1tT4ksfBRD6La27PJiGd6wGV0lrhAKNKV?usp=drive_link" TargetMode="External"/><Relationship Id="rId4" Type="http://schemas.openxmlformats.org/officeDocument/2006/relationships/hyperlink" Target="https://colab.research.google.com/drive/1Vhk6FLzhc2JFwVSdgc_BtQrYL3s4iDB0?usp=drive_link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"/>
          <p:cNvSpPr txBox="1">
            <a:spLocks noGrp="1"/>
          </p:cNvSpPr>
          <p:nvPr>
            <p:ph type="ctrTitle"/>
          </p:nvPr>
        </p:nvSpPr>
        <p:spPr>
          <a:xfrm>
            <a:off x="666428" y="1032819"/>
            <a:ext cx="7983309" cy="19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400"/>
              <a:t>Comparative Evaluation of YOLOv8 </a:t>
            </a:r>
            <a:r>
              <a:rPr lang="en-US" sz="4400">
                <a:solidFill>
                  <a:srgbClr val="AA1E42"/>
                </a:solidFill>
              </a:rPr>
              <a:t>Models for Food Object Detection</a:t>
            </a:r>
            <a:endParaRPr sz="3600">
              <a:solidFill>
                <a:srgbClr val="AA1E42"/>
              </a:solidFill>
            </a:endParaRPr>
          </a:p>
        </p:txBody>
      </p:sp>
      <p:sp>
        <p:nvSpPr>
          <p:cNvPr id="616" name="Google Shape;616;p1"/>
          <p:cNvSpPr txBox="1">
            <a:spLocks noGrp="1"/>
          </p:cNvSpPr>
          <p:nvPr>
            <p:ph type="subTitle" idx="1"/>
          </p:nvPr>
        </p:nvSpPr>
        <p:spPr>
          <a:xfrm>
            <a:off x="6007001" y="4146630"/>
            <a:ext cx="313699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Mentor: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Assoc. Prof. Dr.sc. Hristijan Gjoreski</a:t>
            </a:r>
            <a:endParaRPr sz="1400"/>
          </a:p>
        </p:txBody>
      </p:sp>
      <p:grpSp>
        <p:nvGrpSpPr>
          <p:cNvPr id="617" name="Google Shape;617;p1"/>
          <p:cNvGrpSpPr/>
          <p:nvPr/>
        </p:nvGrpSpPr>
        <p:grpSpPr>
          <a:xfrm>
            <a:off x="938634" y="2571750"/>
            <a:ext cx="2365384" cy="1406020"/>
            <a:chOff x="5427525" y="2698500"/>
            <a:chExt cx="1037950" cy="617000"/>
          </a:xfrm>
        </p:grpSpPr>
        <p:sp>
          <p:nvSpPr>
            <p:cNvPr id="618" name="Google Shape;618;p1"/>
            <p:cNvSpPr/>
            <p:nvPr/>
          </p:nvSpPr>
          <p:spPr>
            <a:xfrm>
              <a:off x="5427525" y="2698500"/>
              <a:ext cx="1037950" cy="617000"/>
            </a:xfrm>
            <a:custGeom>
              <a:avLst/>
              <a:gdLst/>
              <a:ahLst/>
              <a:cxnLst/>
              <a:rect l="l" t="t" r="r" b="b"/>
              <a:pathLst>
                <a:path w="41518" h="24680" extrusionOk="0">
                  <a:moveTo>
                    <a:pt x="1964" y="0"/>
                  </a:moveTo>
                  <a:cubicBezTo>
                    <a:pt x="0" y="6415"/>
                    <a:pt x="3119" y="13229"/>
                    <a:pt x="8068" y="17968"/>
                  </a:cubicBezTo>
                  <a:cubicBezTo>
                    <a:pt x="12175" y="21905"/>
                    <a:pt x="17890" y="24680"/>
                    <a:pt x="23626" y="24680"/>
                  </a:cubicBezTo>
                  <a:cubicBezTo>
                    <a:pt x="25409" y="24680"/>
                    <a:pt x="27193" y="24412"/>
                    <a:pt x="28932" y="23828"/>
                  </a:cubicBezTo>
                  <a:cubicBezTo>
                    <a:pt x="34248" y="22019"/>
                    <a:pt x="38865" y="17513"/>
                    <a:pt x="41517" y="13695"/>
                  </a:cubicBezTo>
                  <a:cubicBezTo>
                    <a:pt x="33782" y="11398"/>
                    <a:pt x="4018" y="711"/>
                    <a:pt x="1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5473300" y="2712925"/>
              <a:ext cx="941125" cy="557775"/>
            </a:xfrm>
            <a:custGeom>
              <a:avLst/>
              <a:gdLst/>
              <a:ahLst/>
              <a:cxnLst/>
              <a:rect l="l" t="t" r="r" b="b"/>
              <a:pathLst>
                <a:path w="37645" h="22311" extrusionOk="0">
                  <a:moveTo>
                    <a:pt x="1743" y="0"/>
                  </a:moveTo>
                  <a:lnTo>
                    <a:pt x="1743" y="0"/>
                  </a:lnTo>
                  <a:cubicBezTo>
                    <a:pt x="0" y="5794"/>
                    <a:pt x="2841" y="11953"/>
                    <a:pt x="7314" y="16226"/>
                  </a:cubicBezTo>
                  <a:cubicBezTo>
                    <a:pt x="11031" y="19791"/>
                    <a:pt x="16210" y="22310"/>
                    <a:pt x="21414" y="22310"/>
                  </a:cubicBezTo>
                  <a:cubicBezTo>
                    <a:pt x="23014" y="22310"/>
                    <a:pt x="24617" y="22072"/>
                    <a:pt x="26180" y="21553"/>
                  </a:cubicBezTo>
                  <a:cubicBezTo>
                    <a:pt x="31008" y="19943"/>
                    <a:pt x="35225" y="15882"/>
                    <a:pt x="37644" y="12430"/>
                  </a:cubicBezTo>
                  <a:cubicBezTo>
                    <a:pt x="30597" y="10333"/>
                    <a:pt x="3618" y="633"/>
                    <a:pt x="17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5522400" y="2728450"/>
              <a:ext cx="864825" cy="511450"/>
            </a:xfrm>
            <a:custGeom>
              <a:avLst/>
              <a:gdLst/>
              <a:ahLst/>
              <a:cxnLst/>
              <a:rect l="l" t="t" r="r" b="b"/>
              <a:pathLst>
                <a:path w="34593" h="20458" extrusionOk="0">
                  <a:moveTo>
                    <a:pt x="1576" y="1"/>
                  </a:moveTo>
                  <a:cubicBezTo>
                    <a:pt x="1" y="5328"/>
                    <a:pt x="2631" y="10977"/>
                    <a:pt x="6715" y="14883"/>
                  </a:cubicBezTo>
                  <a:cubicBezTo>
                    <a:pt x="10143" y="18150"/>
                    <a:pt x="14895" y="20458"/>
                    <a:pt x="19671" y="20458"/>
                  </a:cubicBezTo>
                  <a:cubicBezTo>
                    <a:pt x="21126" y="20458"/>
                    <a:pt x="22583" y="20244"/>
                    <a:pt x="24005" y="19777"/>
                  </a:cubicBezTo>
                  <a:cubicBezTo>
                    <a:pt x="28445" y="18313"/>
                    <a:pt x="32340" y="14595"/>
                    <a:pt x="34593" y="11421"/>
                  </a:cubicBezTo>
                  <a:cubicBezTo>
                    <a:pt x="28101" y="9490"/>
                    <a:pt x="3297" y="589"/>
                    <a:pt x="15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"/>
            <p:cNvSpPr/>
            <p:nvPr/>
          </p:nvSpPr>
          <p:spPr>
            <a:xfrm>
              <a:off x="5796800" y="3009625"/>
              <a:ext cx="20825" cy="30750"/>
            </a:xfrm>
            <a:custGeom>
              <a:avLst/>
              <a:gdLst/>
              <a:ahLst/>
              <a:cxnLst/>
              <a:rect l="l" t="t" r="r" b="b"/>
              <a:pathLst>
                <a:path w="833" h="1230" extrusionOk="0">
                  <a:moveTo>
                    <a:pt x="631" y="0"/>
                  </a:moveTo>
                  <a:cubicBezTo>
                    <a:pt x="617" y="0"/>
                    <a:pt x="603" y="2"/>
                    <a:pt x="589" y="7"/>
                  </a:cubicBezTo>
                  <a:cubicBezTo>
                    <a:pt x="533" y="18"/>
                    <a:pt x="455" y="52"/>
                    <a:pt x="422" y="85"/>
                  </a:cubicBezTo>
                  <a:cubicBezTo>
                    <a:pt x="378" y="129"/>
                    <a:pt x="344" y="174"/>
                    <a:pt x="322" y="207"/>
                  </a:cubicBezTo>
                  <a:cubicBezTo>
                    <a:pt x="333" y="196"/>
                    <a:pt x="344" y="174"/>
                    <a:pt x="367" y="163"/>
                  </a:cubicBezTo>
                  <a:lnTo>
                    <a:pt x="367" y="163"/>
                  </a:lnTo>
                  <a:cubicBezTo>
                    <a:pt x="322" y="207"/>
                    <a:pt x="289" y="251"/>
                    <a:pt x="267" y="307"/>
                  </a:cubicBezTo>
                  <a:cubicBezTo>
                    <a:pt x="256" y="351"/>
                    <a:pt x="222" y="385"/>
                    <a:pt x="211" y="418"/>
                  </a:cubicBezTo>
                  <a:cubicBezTo>
                    <a:pt x="167" y="496"/>
                    <a:pt x="134" y="562"/>
                    <a:pt x="100" y="640"/>
                  </a:cubicBezTo>
                  <a:cubicBezTo>
                    <a:pt x="89" y="662"/>
                    <a:pt x="67" y="684"/>
                    <a:pt x="67" y="695"/>
                  </a:cubicBezTo>
                  <a:cubicBezTo>
                    <a:pt x="23" y="773"/>
                    <a:pt x="23" y="806"/>
                    <a:pt x="12" y="884"/>
                  </a:cubicBezTo>
                  <a:cubicBezTo>
                    <a:pt x="12" y="917"/>
                    <a:pt x="0" y="951"/>
                    <a:pt x="0" y="995"/>
                  </a:cubicBezTo>
                  <a:cubicBezTo>
                    <a:pt x="0" y="1106"/>
                    <a:pt x="67" y="1195"/>
                    <a:pt x="189" y="1228"/>
                  </a:cubicBezTo>
                  <a:cubicBezTo>
                    <a:pt x="200" y="1229"/>
                    <a:pt x="210" y="1230"/>
                    <a:pt x="220" y="1230"/>
                  </a:cubicBezTo>
                  <a:cubicBezTo>
                    <a:pt x="306" y="1230"/>
                    <a:pt x="375" y="1191"/>
                    <a:pt x="444" y="1161"/>
                  </a:cubicBezTo>
                  <a:cubicBezTo>
                    <a:pt x="511" y="1073"/>
                    <a:pt x="589" y="1028"/>
                    <a:pt x="622" y="962"/>
                  </a:cubicBezTo>
                  <a:cubicBezTo>
                    <a:pt x="655" y="917"/>
                    <a:pt x="666" y="884"/>
                    <a:pt x="677" y="851"/>
                  </a:cubicBezTo>
                  <a:cubicBezTo>
                    <a:pt x="722" y="751"/>
                    <a:pt x="766" y="662"/>
                    <a:pt x="788" y="562"/>
                  </a:cubicBezTo>
                  <a:cubicBezTo>
                    <a:pt x="822" y="462"/>
                    <a:pt x="833" y="362"/>
                    <a:pt x="822" y="263"/>
                  </a:cubicBezTo>
                  <a:lnTo>
                    <a:pt x="822" y="207"/>
                  </a:lnTo>
                  <a:cubicBezTo>
                    <a:pt x="811" y="140"/>
                    <a:pt x="788" y="96"/>
                    <a:pt x="755" y="63"/>
                  </a:cubicBezTo>
                  <a:cubicBezTo>
                    <a:pt x="720" y="28"/>
                    <a:pt x="67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"/>
            <p:cNvSpPr/>
            <p:nvPr/>
          </p:nvSpPr>
          <p:spPr>
            <a:xfrm>
              <a:off x="5960775" y="3079725"/>
              <a:ext cx="15275" cy="29825"/>
            </a:xfrm>
            <a:custGeom>
              <a:avLst/>
              <a:gdLst/>
              <a:ahLst/>
              <a:cxnLst/>
              <a:rect l="l" t="t" r="r" b="b"/>
              <a:pathLst>
                <a:path w="611" h="1193" extrusionOk="0">
                  <a:moveTo>
                    <a:pt x="387" y="0"/>
                  </a:moveTo>
                  <a:cubicBezTo>
                    <a:pt x="363" y="0"/>
                    <a:pt x="341" y="10"/>
                    <a:pt x="322" y="33"/>
                  </a:cubicBezTo>
                  <a:cubicBezTo>
                    <a:pt x="267" y="100"/>
                    <a:pt x="189" y="189"/>
                    <a:pt x="167" y="277"/>
                  </a:cubicBezTo>
                  <a:lnTo>
                    <a:pt x="133" y="533"/>
                  </a:lnTo>
                  <a:cubicBezTo>
                    <a:pt x="111" y="577"/>
                    <a:pt x="100" y="610"/>
                    <a:pt x="100" y="644"/>
                  </a:cubicBezTo>
                  <a:cubicBezTo>
                    <a:pt x="100" y="655"/>
                    <a:pt x="89" y="688"/>
                    <a:pt x="89" y="699"/>
                  </a:cubicBezTo>
                  <a:lnTo>
                    <a:pt x="89" y="710"/>
                  </a:lnTo>
                  <a:cubicBezTo>
                    <a:pt x="56" y="766"/>
                    <a:pt x="56" y="821"/>
                    <a:pt x="45" y="877"/>
                  </a:cubicBezTo>
                  <a:cubicBezTo>
                    <a:pt x="34" y="932"/>
                    <a:pt x="0" y="999"/>
                    <a:pt x="34" y="1076"/>
                  </a:cubicBezTo>
                  <a:cubicBezTo>
                    <a:pt x="52" y="1142"/>
                    <a:pt x="127" y="1192"/>
                    <a:pt x="211" y="1192"/>
                  </a:cubicBezTo>
                  <a:cubicBezTo>
                    <a:pt x="225" y="1192"/>
                    <a:pt x="240" y="1191"/>
                    <a:pt x="256" y="1187"/>
                  </a:cubicBezTo>
                  <a:cubicBezTo>
                    <a:pt x="300" y="1165"/>
                    <a:pt x="333" y="1110"/>
                    <a:pt x="378" y="1054"/>
                  </a:cubicBezTo>
                  <a:cubicBezTo>
                    <a:pt x="422" y="999"/>
                    <a:pt x="466" y="965"/>
                    <a:pt x="478" y="888"/>
                  </a:cubicBezTo>
                  <a:cubicBezTo>
                    <a:pt x="500" y="799"/>
                    <a:pt x="533" y="710"/>
                    <a:pt x="555" y="610"/>
                  </a:cubicBezTo>
                  <a:cubicBezTo>
                    <a:pt x="589" y="522"/>
                    <a:pt x="589" y="422"/>
                    <a:pt x="600" y="322"/>
                  </a:cubicBezTo>
                  <a:cubicBezTo>
                    <a:pt x="611" y="211"/>
                    <a:pt x="544" y="133"/>
                    <a:pt x="478" y="44"/>
                  </a:cubicBezTo>
                  <a:cubicBezTo>
                    <a:pt x="452" y="19"/>
                    <a:pt x="419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"/>
            <p:cNvSpPr/>
            <p:nvPr/>
          </p:nvSpPr>
          <p:spPr>
            <a:xfrm>
              <a:off x="6100050" y="3092150"/>
              <a:ext cx="17225" cy="24775"/>
            </a:xfrm>
            <a:custGeom>
              <a:avLst/>
              <a:gdLst/>
              <a:ahLst/>
              <a:cxnLst/>
              <a:rect l="l" t="t" r="r" b="b"/>
              <a:pathLst>
                <a:path w="689" h="991" extrusionOk="0">
                  <a:moveTo>
                    <a:pt x="529" y="0"/>
                  </a:moveTo>
                  <a:cubicBezTo>
                    <a:pt x="502" y="0"/>
                    <a:pt x="475" y="12"/>
                    <a:pt x="455" y="36"/>
                  </a:cubicBezTo>
                  <a:lnTo>
                    <a:pt x="422" y="58"/>
                  </a:lnTo>
                  <a:cubicBezTo>
                    <a:pt x="400" y="80"/>
                    <a:pt x="389" y="91"/>
                    <a:pt x="356" y="102"/>
                  </a:cubicBezTo>
                  <a:lnTo>
                    <a:pt x="311" y="147"/>
                  </a:lnTo>
                  <a:cubicBezTo>
                    <a:pt x="278" y="191"/>
                    <a:pt x="245" y="224"/>
                    <a:pt x="222" y="280"/>
                  </a:cubicBezTo>
                  <a:cubicBezTo>
                    <a:pt x="234" y="269"/>
                    <a:pt x="245" y="246"/>
                    <a:pt x="256" y="224"/>
                  </a:cubicBezTo>
                  <a:lnTo>
                    <a:pt x="256" y="224"/>
                  </a:lnTo>
                  <a:cubicBezTo>
                    <a:pt x="245" y="258"/>
                    <a:pt x="234" y="269"/>
                    <a:pt x="222" y="302"/>
                  </a:cubicBezTo>
                  <a:cubicBezTo>
                    <a:pt x="200" y="324"/>
                    <a:pt x="200" y="357"/>
                    <a:pt x="189" y="380"/>
                  </a:cubicBezTo>
                  <a:lnTo>
                    <a:pt x="189" y="391"/>
                  </a:lnTo>
                  <a:cubicBezTo>
                    <a:pt x="134" y="557"/>
                    <a:pt x="0" y="835"/>
                    <a:pt x="178" y="946"/>
                  </a:cubicBezTo>
                  <a:cubicBezTo>
                    <a:pt x="199" y="977"/>
                    <a:pt x="230" y="989"/>
                    <a:pt x="281" y="990"/>
                  </a:cubicBezTo>
                  <a:lnTo>
                    <a:pt x="281" y="990"/>
                  </a:lnTo>
                  <a:cubicBezTo>
                    <a:pt x="316" y="990"/>
                    <a:pt x="349" y="988"/>
                    <a:pt x="367" y="979"/>
                  </a:cubicBezTo>
                  <a:cubicBezTo>
                    <a:pt x="444" y="968"/>
                    <a:pt x="478" y="912"/>
                    <a:pt x="522" y="857"/>
                  </a:cubicBezTo>
                  <a:cubicBezTo>
                    <a:pt x="533" y="824"/>
                    <a:pt x="566" y="779"/>
                    <a:pt x="578" y="757"/>
                  </a:cubicBezTo>
                  <a:cubicBezTo>
                    <a:pt x="611" y="713"/>
                    <a:pt x="622" y="657"/>
                    <a:pt x="633" y="602"/>
                  </a:cubicBezTo>
                  <a:cubicBezTo>
                    <a:pt x="644" y="557"/>
                    <a:pt x="666" y="535"/>
                    <a:pt x="666" y="491"/>
                  </a:cubicBezTo>
                  <a:cubicBezTo>
                    <a:pt x="677" y="435"/>
                    <a:pt x="689" y="391"/>
                    <a:pt x="689" y="335"/>
                  </a:cubicBezTo>
                  <a:cubicBezTo>
                    <a:pt x="689" y="302"/>
                    <a:pt x="677" y="246"/>
                    <a:pt x="677" y="202"/>
                  </a:cubicBezTo>
                  <a:cubicBezTo>
                    <a:pt x="677" y="191"/>
                    <a:pt x="677" y="169"/>
                    <a:pt x="666" y="158"/>
                  </a:cubicBezTo>
                  <a:cubicBezTo>
                    <a:pt x="644" y="136"/>
                    <a:pt x="644" y="113"/>
                    <a:pt x="622" y="102"/>
                  </a:cubicBezTo>
                  <a:cubicBezTo>
                    <a:pt x="622" y="91"/>
                    <a:pt x="622" y="80"/>
                    <a:pt x="611" y="58"/>
                  </a:cubicBezTo>
                  <a:cubicBezTo>
                    <a:pt x="598" y="20"/>
                    <a:pt x="564" y="0"/>
                    <a:pt x="529" y="0"/>
                  </a:cubicBezTo>
                  <a:close/>
                  <a:moveTo>
                    <a:pt x="281" y="990"/>
                  </a:moveTo>
                  <a:cubicBezTo>
                    <a:pt x="273" y="990"/>
                    <a:pt x="264" y="990"/>
                    <a:pt x="256" y="990"/>
                  </a:cubicBezTo>
                  <a:lnTo>
                    <a:pt x="289" y="990"/>
                  </a:lnTo>
                  <a:cubicBezTo>
                    <a:pt x="286" y="990"/>
                    <a:pt x="284" y="990"/>
                    <a:pt x="281" y="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6200775" y="3068700"/>
              <a:ext cx="15275" cy="31850"/>
            </a:xfrm>
            <a:custGeom>
              <a:avLst/>
              <a:gdLst/>
              <a:ahLst/>
              <a:cxnLst/>
              <a:rect l="l" t="t" r="r" b="b"/>
              <a:pathLst>
                <a:path w="611" h="1274" extrusionOk="0">
                  <a:moveTo>
                    <a:pt x="415" y="0"/>
                  </a:moveTo>
                  <a:cubicBezTo>
                    <a:pt x="390" y="0"/>
                    <a:pt x="362" y="7"/>
                    <a:pt x="333" y="19"/>
                  </a:cubicBezTo>
                  <a:cubicBezTo>
                    <a:pt x="277" y="41"/>
                    <a:pt x="244" y="86"/>
                    <a:pt x="200" y="141"/>
                  </a:cubicBezTo>
                  <a:cubicBezTo>
                    <a:pt x="167" y="186"/>
                    <a:pt x="155" y="219"/>
                    <a:pt x="144" y="263"/>
                  </a:cubicBezTo>
                  <a:cubicBezTo>
                    <a:pt x="100" y="363"/>
                    <a:pt x="78" y="452"/>
                    <a:pt x="56" y="563"/>
                  </a:cubicBezTo>
                  <a:cubicBezTo>
                    <a:pt x="44" y="607"/>
                    <a:pt x="44" y="652"/>
                    <a:pt x="33" y="696"/>
                  </a:cubicBezTo>
                  <a:cubicBezTo>
                    <a:pt x="22" y="752"/>
                    <a:pt x="0" y="818"/>
                    <a:pt x="0" y="874"/>
                  </a:cubicBezTo>
                  <a:cubicBezTo>
                    <a:pt x="0" y="929"/>
                    <a:pt x="33" y="985"/>
                    <a:pt x="33" y="1040"/>
                  </a:cubicBezTo>
                  <a:cubicBezTo>
                    <a:pt x="44" y="1085"/>
                    <a:pt x="44" y="1118"/>
                    <a:pt x="56" y="1162"/>
                  </a:cubicBezTo>
                  <a:cubicBezTo>
                    <a:pt x="78" y="1229"/>
                    <a:pt x="144" y="1273"/>
                    <a:pt x="211" y="1273"/>
                  </a:cubicBezTo>
                  <a:cubicBezTo>
                    <a:pt x="277" y="1273"/>
                    <a:pt x="333" y="1229"/>
                    <a:pt x="377" y="1173"/>
                  </a:cubicBezTo>
                  <a:cubicBezTo>
                    <a:pt x="411" y="1129"/>
                    <a:pt x="477" y="1040"/>
                    <a:pt x="499" y="963"/>
                  </a:cubicBezTo>
                  <a:cubicBezTo>
                    <a:pt x="544" y="863"/>
                    <a:pt x="544" y="752"/>
                    <a:pt x="577" y="652"/>
                  </a:cubicBezTo>
                  <a:cubicBezTo>
                    <a:pt x="588" y="552"/>
                    <a:pt x="610" y="463"/>
                    <a:pt x="599" y="352"/>
                  </a:cubicBezTo>
                  <a:cubicBezTo>
                    <a:pt x="599" y="308"/>
                    <a:pt x="599" y="263"/>
                    <a:pt x="588" y="208"/>
                  </a:cubicBezTo>
                  <a:cubicBezTo>
                    <a:pt x="577" y="141"/>
                    <a:pt x="555" y="97"/>
                    <a:pt x="522" y="52"/>
                  </a:cubicBezTo>
                  <a:cubicBezTo>
                    <a:pt x="494" y="18"/>
                    <a:pt x="457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5900275" y="2959000"/>
              <a:ext cx="26400" cy="31150"/>
            </a:xfrm>
            <a:custGeom>
              <a:avLst/>
              <a:gdLst/>
              <a:ahLst/>
              <a:cxnLst/>
              <a:rect l="l" t="t" r="r" b="b"/>
              <a:pathLst>
                <a:path w="1056" h="1246" extrusionOk="0">
                  <a:moveTo>
                    <a:pt x="811" y="0"/>
                  </a:moveTo>
                  <a:cubicBezTo>
                    <a:pt x="804" y="0"/>
                    <a:pt x="796" y="1"/>
                    <a:pt x="789" y="1"/>
                  </a:cubicBezTo>
                  <a:cubicBezTo>
                    <a:pt x="578" y="24"/>
                    <a:pt x="423" y="223"/>
                    <a:pt x="301" y="356"/>
                  </a:cubicBezTo>
                  <a:cubicBezTo>
                    <a:pt x="234" y="423"/>
                    <a:pt x="179" y="523"/>
                    <a:pt x="123" y="601"/>
                  </a:cubicBezTo>
                  <a:cubicBezTo>
                    <a:pt x="90" y="645"/>
                    <a:pt x="79" y="667"/>
                    <a:pt x="68" y="712"/>
                  </a:cubicBezTo>
                  <a:cubicBezTo>
                    <a:pt x="56" y="745"/>
                    <a:pt x="34" y="778"/>
                    <a:pt x="23" y="823"/>
                  </a:cubicBezTo>
                  <a:cubicBezTo>
                    <a:pt x="12" y="867"/>
                    <a:pt x="23" y="911"/>
                    <a:pt x="23" y="945"/>
                  </a:cubicBezTo>
                  <a:cubicBezTo>
                    <a:pt x="12" y="1000"/>
                    <a:pt x="1" y="1078"/>
                    <a:pt x="12" y="1133"/>
                  </a:cubicBezTo>
                  <a:cubicBezTo>
                    <a:pt x="22" y="1194"/>
                    <a:pt x="97" y="1246"/>
                    <a:pt x="169" y="1246"/>
                  </a:cubicBezTo>
                  <a:cubicBezTo>
                    <a:pt x="176" y="1246"/>
                    <a:pt x="183" y="1245"/>
                    <a:pt x="190" y="1244"/>
                  </a:cubicBezTo>
                  <a:cubicBezTo>
                    <a:pt x="278" y="1222"/>
                    <a:pt x="334" y="1189"/>
                    <a:pt x="389" y="1144"/>
                  </a:cubicBezTo>
                  <a:cubicBezTo>
                    <a:pt x="400" y="1146"/>
                    <a:pt x="411" y="1147"/>
                    <a:pt x="422" y="1147"/>
                  </a:cubicBezTo>
                  <a:cubicBezTo>
                    <a:pt x="474" y="1147"/>
                    <a:pt x="521" y="1124"/>
                    <a:pt x="567" y="1078"/>
                  </a:cubicBezTo>
                  <a:cubicBezTo>
                    <a:pt x="589" y="1045"/>
                    <a:pt x="622" y="1022"/>
                    <a:pt x="645" y="978"/>
                  </a:cubicBezTo>
                  <a:cubicBezTo>
                    <a:pt x="722" y="889"/>
                    <a:pt x="800" y="811"/>
                    <a:pt x="844" y="712"/>
                  </a:cubicBezTo>
                  <a:cubicBezTo>
                    <a:pt x="889" y="645"/>
                    <a:pt x="911" y="578"/>
                    <a:pt x="955" y="490"/>
                  </a:cubicBezTo>
                  <a:cubicBezTo>
                    <a:pt x="1000" y="390"/>
                    <a:pt x="1055" y="257"/>
                    <a:pt x="1011" y="146"/>
                  </a:cubicBezTo>
                  <a:cubicBezTo>
                    <a:pt x="980" y="63"/>
                    <a:pt x="902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5661125" y="2864200"/>
              <a:ext cx="23050" cy="22050"/>
            </a:xfrm>
            <a:custGeom>
              <a:avLst/>
              <a:gdLst/>
              <a:ahLst/>
              <a:cxnLst/>
              <a:rect l="l" t="t" r="r" b="b"/>
              <a:pathLst>
                <a:path w="922" h="882" extrusionOk="0">
                  <a:moveTo>
                    <a:pt x="658" y="1"/>
                  </a:moveTo>
                  <a:cubicBezTo>
                    <a:pt x="611" y="1"/>
                    <a:pt x="561" y="15"/>
                    <a:pt x="511" y="42"/>
                  </a:cubicBezTo>
                  <a:cubicBezTo>
                    <a:pt x="500" y="42"/>
                    <a:pt x="489" y="53"/>
                    <a:pt x="478" y="53"/>
                  </a:cubicBezTo>
                  <a:cubicBezTo>
                    <a:pt x="433" y="64"/>
                    <a:pt x="389" y="76"/>
                    <a:pt x="345" y="109"/>
                  </a:cubicBezTo>
                  <a:cubicBezTo>
                    <a:pt x="322" y="131"/>
                    <a:pt x="289" y="153"/>
                    <a:pt x="267" y="175"/>
                  </a:cubicBezTo>
                  <a:cubicBezTo>
                    <a:pt x="211" y="231"/>
                    <a:pt x="156" y="286"/>
                    <a:pt x="123" y="342"/>
                  </a:cubicBezTo>
                  <a:cubicBezTo>
                    <a:pt x="112" y="386"/>
                    <a:pt x="89" y="431"/>
                    <a:pt x="67" y="464"/>
                  </a:cubicBezTo>
                  <a:cubicBezTo>
                    <a:pt x="56" y="486"/>
                    <a:pt x="56" y="508"/>
                    <a:pt x="45" y="519"/>
                  </a:cubicBezTo>
                  <a:lnTo>
                    <a:pt x="1" y="653"/>
                  </a:lnTo>
                  <a:cubicBezTo>
                    <a:pt x="1" y="686"/>
                    <a:pt x="12" y="719"/>
                    <a:pt x="34" y="741"/>
                  </a:cubicBezTo>
                  <a:cubicBezTo>
                    <a:pt x="45" y="786"/>
                    <a:pt x="56" y="830"/>
                    <a:pt x="100" y="852"/>
                  </a:cubicBezTo>
                  <a:cubicBezTo>
                    <a:pt x="129" y="873"/>
                    <a:pt x="161" y="881"/>
                    <a:pt x="195" y="881"/>
                  </a:cubicBezTo>
                  <a:cubicBezTo>
                    <a:pt x="215" y="881"/>
                    <a:pt x="235" y="879"/>
                    <a:pt x="256" y="875"/>
                  </a:cubicBezTo>
                  <a:cubicBezTo>
                    <a:pt x="322" y="875"/>
                    <a:pt x="378" y="875"/>
                    <a:pt x="433" y="830"/>
                  </a:cubicBezTo>
                  <a:cubicBezTo>
                    <a:pt x="444" y="819"/>
                    <a:pt x="478" y="797"/>
                    <a:pt x="489" y="786"/>
                  </a:cubicBezTo>
                  <a:cubicBezTo>
                    <a:pt x="533" y="741"/>
                    <a:pt x="589" y="719"/>
                    <a:pt x="622" y="675"/>
                  </a:cubicBezTo>
                  <a:cubicBezTo>
                    <a:pt x="666" y="675"/>
                    <a:pt x="689" y="675"/>
                    <a:pt x="711" y="630"/>
                  </a:cubicBezTo>
                  <a:cubicBezTo>
                    <a:pt x="722" y="619"/>
                    <a:pt x="744" y="597"/>
                    <a:pt x="755" y="575"/>
                  </a:cubicBezTo>
                  <a:cubicBezTo>
                    <a:pt x="766" y="564"/>
                    <a:pt x="777" y="542"/>
                    <a:pt x="800" y="519"/>
                  </a:cubicBezTo>
                  <a:cubicBezTo>
                    <a:pt x="811" y="508"/>
                    <a:pt x="822" y="486"/>
                    <a:pt x="833" y="464"/>
                  </a:cubicBezTo>
                  <a:cubicBezTo>
                    <a:pt x="866" y="431"/>
                    <a:pt x="877" y="375"/>
                    <a:pt x="877" y="331"/>
                  </a:cubicBezTo>
                  <a:cubicBezTo>
                    <a:pt x="877" y="320"/>
                    <a:pt x="888" y="297"/>
                    <a:pt x="888" y="275"/>
                  </a:cubicBezTo>
                  <a:cubicBezTo>
                    <a:pt x="922" y="175"/>
                    <a:pt x="877" y="98"/>
                    <a:pt x="788" y="42"/>
                  </a:cubicBezTo>
                  <a:cubicBezTo>
                    <a:pt x="750" y="15"/>
                    <a:pt x="705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5725775" y="2965325"/>
              <a:ext cx="20850" cy="27300"/>
            </a:xfrm>
            <a:custGeom>
              <a:avLst/>
              <a:gdLst/>
              <a:ahLst/>
              <a:cxnLst/>
              <a:rect l="l" t="t" r="r" b="b"/>
              <a:pathLst>
                <a:path w="834" h="1092" extrusionOk="0">
                  <a:moveTo>
                    <a:pt x="639" y="0"/>
                  </a:moveTo>
                  <a:cubicBezTo>
                    <a:pt x="610" y="0"/>
                    <a:pt x="581" y="8"/>
                    <a:pt x="555" y="26"/>
                  </a:cubicBezTo>
                  <a:cubicBezTo>
                    <a:pt x="522" y="59"/>
                    <a:pt x="489" y="70"/>
                    <a:pt x="455" y="103"/>
                  </a:cubicBezTo>
                  <a:cubicBezTo>
                    <a:pt x="400" y="137"/>
                    <a:pt x="355" y="192"/>
                    <a:pt x="322" y="248"/>
                  </a:cubicBezTo>
                  <a:cubicBezTo>
                    <a:pt x="278" y="303"/>
                    <a:pt x="233" y="381"/>
                    <a:pt x="189" y="436"/>
                  </a:cubicBezTo>
                  <a:cubicBezTo>
                    <a:pt x="156" y="503"/>
                    <a:pt x="89" y="581"/>
                    <a:pt x="67" y="669"/>
                  </a:cubicBezTo>
                  <a:cubicBezTo>
                    <a:pt x="34" y="736"/>
                    <a:pt x="23" y="825"/>
                    <a:pt x="11" y="891"/>
                  </a:cubicBezTo>
                  <a:cubicBezTo>
                    <a:pt x="0" y="969"/>
                    <a:pt x="34" y="1058"/>
                    <a:pt x="122" y="1080"/>
                  </a:cubicBezTo>
                  <a:cubicBezTo>
                    <a:pt x="143" y="1088"/>
                    <a:pt x="163" y="1091"/>
                    <a:pt x="182" y="1091"/>
                  </a:cubicBezTo>
                  <a:cubicBezTo>
                    <a:pt x="246" y="1091"/>
                    <a:pt x="302" y="1051"/>
                    <a:pt x="344" y="991"/>
                  </a:cubicBezTo>
                  <a:cubicBezTo>
                    <a:pt x="355" y="969"/>
                    <a:pt x="378" y="958"/>
                    <a:pt x="378" y="947"/>
                  </a:cubicBezTo>
                  <a:lnTo>
                    <a:pt x="389" y="936"/>
                  </a:lnTo>
                  <a:cubicBezTo>
                    <a:pt x="400" y="903"/>
                    <a:pt x="433" y="880"/>
                    <a:pt x="455" y="847"/>
                  </a:cubicBezTo>
                  <a:cubicBezTo>
                    <a:pt x="511" y="780"/>
                    <a:pt x="555" y="692"/>
                    <a:pt x="600" y="614"/>
                  </a:cubicBezTo>
                  <a:cubicBezTo>
                    <a:pt x="633" y="547"/>
                    <a:pt x="666" y="492"/>
                    <a:pt x="711" y="414"/>
                  </a:cubicBezTo>
                  <a:cubicBezTo>
                    <a:pt x="733" y="381"/>
                    <a:pt x="766" y="348"/>
                    <a:pt x="777" y="292"/>
                  </a:cubicBezTo>
                  <a:cubicBezTo>
                    <a:pt x="788" y="270"/>
                    <a:pt x="799" y="226"/>
                    <a:pt x="799" y="192"/>
                  </a:cubicBezTo>
                  <a:cubicBezTo>
                    <a:pt x="834" y="90"/>
                    <a:pt x="736" y="0"/>
                    <a:pt x="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5878925" y="3133025"/>
              <a:ext cx="15275" cy="20725"/>
            </a:xfrm>
            <a:custGeom>
              <a:avLst/>
              <a:gdLst/>
              <a:ahLst/>
              <a:cxnLst/>
              <a:rect l="l" t="t" r="r" b="b"/>
              <a:pathLst>
                <a:path w="611" h="829" extrusionOk="0">
                  <a:moveTo>
                    <a:pt x="501" y="1"/>
                  </a:moveTo>
                  <a:cubicBezTo>
                    <a:pt x="493" y="1"/>
                    <a:pt x="484" y="3"/>
                    <a:pt x="478" y="10"/>
                  </a:cubicBezTo>
                  <a:lnTo>
                    <a:pt x="467" y="10"/>
                  </a:lnTo>
                  <a:cubicBezTo>
                    <a:pt x="356" y="10"/>
                    <a:pt x="245" y="76"/>
                    <a:pt x="189" y="176"/>
                  </a:cubicBezTo>
                  <a:cubicBezTo>
                    <a:pt x="145" y="232"/>
                    <a:pt x="111" y="298"/>
                    <a:pt x="78" y="354"/>
                  </a:cubicBezTo>
                  <a:lnTo>
                    <a:pt x="34" y="432"/>
                  </a:lnTo>
                  <a:cubicBezTo>
                    <a:pt x="0" y="487"/>
                    <a:pt x="0" y="543"/>
                    <a:pt x="0" y="598"/>
                  </a:cubicBezTo>
                  <a:lnTo>
                    <a:pt x="0" y="687"/>
                  </a:lnTo>
                  <a:cubicBezTo>
                    <a:pt x="0" y="731"/>
                    <a:pt x="23" y="753"/>
                    <a:pt x="34" y="787"/>
                  </a:cubicBezTo>
                  <a:cubicBezTo>
                    <a:pt x="42" y="811"/>
                    <a:pt x="67" y="829"/>
                    <a:pt x="97" y="829"/>
                  </a:cubicBezTo>
                  <a:cubicBezTo>
                    <a:pt x="109" y="829"/>
                    <a:pt x="121" y="826"/>
                    <a:pt x="134" y="820"/>
                  </a:cubicBezTo>
                  <a:cubicBezTo>
                    <a:pt x="156" y="809"/>
                    <a:pt x="200" y="809"/>
                    <a:pt x="222" y="798"/>
                  </a:cubicBezTo>
                  <a:cubicBezTo>
                    <a:pt x="256" y="787"/>
                    <a:pt x="267" y="764"/>
                    <a:pt x="300" y="753"/>
                  </a:cubicBezTo>
                  <a:cubicBezTo>
                    <a:pt x="322" y="698"/>
                    <a:pt x="378" y="676"/>
                    <a:pt x="422" y="620"/>
                  </a:cubicBezTo>
                  <a:cubicBezTo>
                    <a:pt x="433" y="587"/>
                    <a:pt x="444" y="565"/>
                    <a:pt x="478" y="531"/>
                  </a:cubicBezTo>
                  <a:cubicBezTo>
                    <a:pt x="500" y="476"/>
                    <a:pt x="533" y="409"/>
                    <a:pt x="555" y="354"/>
                  </a:cubicBezTo>
                  <a:cubicBezTo>
                    <a:pt x="600" y="254"/>
                    <a:pt x="611" y="132"/>
                    <a:pt x="544" y="43"/>
                  </a:cubicBezTo>
                  <a:lnTo>
                    <a:pt x="544" y="32"/>
                  </a:lnTo>
                  <a:cubicBezTo>
                    <a:pt x="544" y="16"/>
                    <a:pt x="522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"/>
            <p:cNvSpPr/>
            <p:nvPr/>
          </p:nvSpPr>
          <p:spPr>
            <a:xfrm>
              <a:off x="6039300" y="3167100"/>
              <a:ext cx="15275" cy="28000"/>
            </a:xfrm>
            <a:custGeom>
              <a:avLst/>
              <a:gdLst/>
              <a:ahLst/>
              <a:cxnLst/>
              <a:rect l="l" t="t" r="r" b="b"/>
              <a:pathLst>
                <a:path w="611" h="1120" extrusionOk="0">
                  <a:moveTo>
                    <a:pt x="400" y="1"/>
                  </a:moveTo>
                  <a:cubicBezTo>
                    <a:pt x="344" y="1"/>
                    <a:pt x="300" y="1"/>
                    <a:pt x="266" y="34"/>
                  </a:cubicBezTo>
                  <a:cubicBezTo>
                    <a:pt x="266" y="34"/>
                    <a:pt x="244" y="34"/>
                    <a:pt x="244" y="45"/>
                  </a:cubicBezTo>
                  <a:cubicBezTo>
                    <a:pt x="211" y="56"/>
                    <a:pt x="167" y="90"/>
                    <a:pt x="133" y="112"/>
                  </a:cubicBezTo>
                  <a:cubicBezTo>
                    <a:pt x="111" y="145"/>
                    <a:pt x="100" y="167"/>
                    <a:pt x="78" y="212"/>
                  </a:cubicBezTo>
                  <a:lnTo>
                    <a:pt x="44" y="289"/>
                  </a:lnTo>
                  <a:cubicBezTo>
                    <a:pt x="22" y="323"/>
                    <a:pt x="11" y="345"/>
                    <a:pt x="11" y="378"/>
                  </a:cubicBezTo>
                  <a:cubicBezTo>
                    <a:pt x="11" y="411"/>
                    <a:pt x="11" y="434"/>
                    <a:pt x="0" y="478"/>
                  </a:cubicBezTo>
                  <a:lnTo>
                    <a:pt x="0" y="522"/>
                  </a:lnTo>
                  <a:lnTo>
                    <a:pt x="0" y="611"/>
                  </a:lnTo>
                  <a:cubicBezTo>
                    <a:pt x="0" y="700"/>
                    <a:pt x="22" y="767"/>
                    <a:pt x="56" y="855"/>
                  </a:cubicBezTo>
                  <a:cubicBezTo>
                    <a:pt x="67" y="877"/>
                    <a:pt x="78" y="911"/>
                    <a:pt x="78" y="933"/>
                  </a:cubicBezTo>
                  <a:cubicBezTo>
                    <a:pt x="78" y="944"/>
                    <a:pt x="100" y="966"/>
                    <a:pt x="100" y="977"/>
                  </a:cubicBezTo>
                  <a:cubicBezTo>
                    <a:pt x="111" y="988"/>
                    <a:pt x="111" y="1022"/>
                    <a:pt x="122" y="1033"/>
                  </a:cubicBezTo>
                  <a:cubicBezTo>
                    <a:pt x="155" y="1055"/>
                    <a:pt x="178" y="1088"/>
                    <a:pt x="211" y="1099"/>
                  </a:cubicBezTo>
                  <a:cubicBezTo>
                    <a:pt x="232" y="1113"/>
                    <a:pt x="257" y="1120"/>
                    <a:pt x="284" y="1120"/>
                  </a:cubicBezTo>
                  <a:cubicBezTo>
                    <a:pt x="342" y="1120"/>
                    <a:pt x="406" y="1090"/>
                    <a:pt x="444" y="1044"/>
                  </a:cubicBezTo>
                  <a:cubicBezTo>
                    <a:pt x="499" y="944"/>
                    <a:pt x="499" y="866"/>
                    <a:pt x="522" y="778"/>
                  </a:cubicBezTo>
                  <a:cubicBezTo>
                    <a:pt x="544" y="722"/>
                    <a:pt x="555" y="667"/>
                    <a:pt x="566" y="600"/>
                  </a:cubicBezTo>
                  <a:cubicBezTo>
                    <a:pt x="577" y="522"/>
                    <a:pt x="610" y="434"/>
                    <a:pt x="599" y="367"/>
                  </a:cubicBezTo>
                  <a:lnTo>
                    <a:pt x="599" y="278"/>
                  </a:lnTo>
                  <a:cubicBezTo>
                    <a:pt x="599" y="256"/>
                    <a:pt x="599" y="212"/>
                    <a:pt x="577" y="178"/>
                  </a:cubicBezTo>
                  <a:cubicBezTo>
                    <a:pt x="566" y="145"/>
                    <a:pt x="555" y="112"/>
                    <a:pt x="522" y="90"/>
                  </a:cubicBezTo>
                  <a:cubicBezTo>
                    <a:pt x="522" y="90"/>
                    <a:pt x="522" y="67"/>
                    <a:pt x="511" y="67"/>
                  </a:cubicBezTo>
                  <a:cubicBezTo>
                    <a:pt x="499" y="34"/>
                    <a:pt x="444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6054275" y="2997650"/>
              <a:ext cx="18325" cy="23000"/>
            </a:xfrm>
            <a:custGeom>
              <a:avLst/>
              <a:gdLst/>
              <a:ahLst/>
              <a:cxnLst/>
              <a:rect l="l" t="t" r="r" b="b"/>
              <a:pathLst>
                <a:path w="733" h="920" extrusionOk="0">
                  <a:moveTo>
                    <a:pt x="484" y="1"/>
                  </a:moveTo>
                  <a:cubicBezTo>
                    <a:pt x="464" y="1"/>
                    <a:pt x="444" y="4"/>
                    <a:pt x="422" y="9"/>
                  </a:cubicBezTo>
                  <a:cubicBezTo>
                    <a:pt x="411" y="9"/>
                    <a:pt x="411" y="9"/>
                    <a:pt x="400" y="31"/>
                  </a:cubicBezTo>
                  <a:lnTo>
                    <a:pt x="389" y="31"/>
                  </a:lnTo>
                  <a:cubicBezTo>
                    <a:pt x="300" y="42"/>
                    <a:pt x="244" y="87"/>
                    <a:pt x="189" y="153"/>
                  </a:cubicBezTo>
                  <a:cubicBezTo>
                    <a:pt x="167" y="198"/>
                    <a:pt x="145" y="231"/>
                    <a:pt x="122" y="275"/>
                  </a:cubicBezTo>
                  <a:cubicBezTo>
                    <a:pt x="89" y="342"/>
                    <a:pt x="67" y="397"/>
                    <a:pt x="34" y="475"/>
                  </a:cubicBezTo>
                  <a:cubicBezTo>
                    <a:pt x="11" y="531"/>
                    <a:pt x="0" y="586"/>
                    <a:pt x="11" y="653"/>
                  </a:cubicBezTo>
                  <a:cubicBezTo>
                    <a:pt x="11" y="675"/>
                    <a:pt x="23" y="719"/>
                    <a:pt x="34" y="753"/>
                  </a:cubicBezTo>
                  <a:cubicBezTo>
                    <a:pt x="34" y="764"/>
                    <a:pt x="34" y="775"/>
                    <a:pt x="56" y="786"/>
                  </a:cubicBezTo>
                  <a:cubicBezTo>
                    <a:pt x="71" y="875"/>
                    <a:pt x="150" y="919"/>
                    <a:pt x="230" y="919"/>
                  </a:cubicBezTo>
                  <a:cubicBezTo>
                    <a:pt x="270" y="919"/>
                    <a:pt x="311" y="908"/>
                    <a:pt x="344" y="886"/>
                  </a:cubicBezTo>
                  <a:cubicBezTo>
                    <a:pt x="355" y="875"/>
                    <a:pt x="367" y="864"/>
                    <a:pt x="400" y="841"/>
                  </a:cubicBezTo>
                  <a:cubicBezTo>
                    <a:pt x="411" y="841"/>
                    <a:pt x="444" y="830"/>
                    <a:pt x="455" y="819"/>
                  </a:cubicBezTo>
                  <a:cubicBezTo>
                    <a:pt x="500" y="786"/>
                    <a:pt x="511" y="775"/>
                    <a:pt x="533" y="764"/>
                  </a:cubicBezTo>
                  <a:cubicBezTo>
                    <a:pt x="577" y="719"/>
                    <a:pt x="589" y="675"/>
                    <a:pt x="611" y="619"/>
                  </a:cubicBezTo>
                  <a:cubicBezTo>
                    <a:pt x="633" y="553"/>
                    <a:pt x="666" y="486"/>
                    <a:pt x="677" y="431"/>
                  </a:cubicBezTo>
                  <a:cubicBezTo>
                    <a:pt x="688" y="397"/>
                    <a:pt x="699" y="364"/>
                    <a:pt x="722" y="331"/>
                  </a:cubicBezTo>
                  <a:cubicBezTo>
                    <a:pt x="733" y="264"/>
                    <a:pt x="722" y="176"/>
                    <a:pt x="677" y="120"/>
                  </a:cubicBezTo>
                  <a:cubicBezTo>
                    <a:pt x="677" y="109"/>
                    <a:pt x="666" y="98"/>
                    <a:pt x="644" y="98"/>
                  </a:cubicBezTo>
                  <a:lnTo>
                    <a:pt x="633" y="87"/>
                  </a:lnTo>
                  <a:cubicBezTo>
                    <a:pt x="599" y="28"/>
                    <a:pt x="547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"/>
            <p:cNvSpPr/>
            <p:nvPr/>
          </p:nvSpPr>
          <p:spPr>
            <a:xfrm>
              <a:off x="6165525" y="2998425"/>
              <a:ext cx="17225" cy="27475"/>
            </a:xfrm>
            <a:custGeom>
              <a:avLst/>
              <a:gdLst/>
              <a:ahLst/>
              <a:cxnLst/>
              <a:rect l="l" t="t" r="r" b="b"/>
              <a:pathLst>
                <a:path w="689" h="1099" extrusionOk="0">
                  <a:moveTo>
                    <a:pt x="411" y="0"/>
                  </a:moveTo>
                  <a:cubicBezTo>
                    <a:pt x="378" y="0"/>
                    <a:pt x="322" y="22"/>
                    <a:pt x="289" y="56"/>
                  </a:cubicBezTo>
                  <a:lnTo>
                    <a:pt x="278" y="56"/>
                  </a:lnTo>
                  <a:cubicBezTo>
                    <a:pt x="267" y="67"/>
                    <a:pt x="245" y="78"/>
                    <a:pt x="234" y="100"/>
                  </a:cubicBezTo>
                  <a:cubicBezTo>
                    <a:pt x="211" y="145"/>
                    <a:pt x="189" y="189"/>
                    <a:pt x="167" y="233"/>
                  </a:cubicBezTo>
                  <a:cubicBezTo>
                    <a:pt x="123" y="289"/>
                    <a:pt x="100" y="355"/>
                    <a:pt x="67" y="422"/>
                  </a:cubicBezTo>
                  <a:cubicBezTo>
                    <a:pt x="45" y="522"/>
                    <a:pt x="23" y="633"/>
                    <a:pt x="12" y="733"/>
                  </a:cubicBezTo>
                  <a:cubicBezTo>
                    <a:pt x="1" y="799"/>
                    <a:pt x="12" y="855"/>
                    <a:pt x="45" y="910"/>
                  </a:cubicBezTo>
                  <a:cubicBezTo>
                    <a:pt x="56" y="955"/>
                    <a:pt x="100" y="977"/>
                    <a:pt x="123" y="1010"/>
                  </a:cubicBezTo>
                  <a:lnTo>
                    <a:pt x="123" y="1021"/>
                  </a:lnTo>
                  <a:cubicBezTo>
                    <a:pt x="156" y="1066"/>
                    <a:pt x="211" y="1088"/>
                    <a:pt x="267" y="1099"/>
                  </a:cubicBezTo>
                  <a:cubicBezTo>
                    <a:pt x="300" y="1099"/>
                    <a:pt x="345" y="1088"/>
                    <a:pt x="378" y="1077"/>
                  </a:cubicBezTo>
                  <a:lnTo>
                    <a:pt x="400" y="1077"/>
                  </a:lnTo>
                  <a:cubicBezTo>
                    <a:pt x="456" y="1032"/>
                    <a:pt x="500" y="1021"/>
                    <a:pt x="522" y="999"/>
                  </a:cubicBezTo>
                  <a:cubicBezTo>
                    <a:pt x="578" y="955"/>
                    <a:pt x="622" y="899"/>
                    <a:pt x="622" y="833"/>
                  </a:cubicBezTo>
                  <a:cubicBezTo>
                    <a:pt x="633" y="733"/>
                    <a:pt x="666" y="633"/>
                    <a:pt x="678" y="522"/>
                  </a:cubicBezTo>
                  <a:cubicBezTo>
                    <a:pt x="689" y="455"/>
                    <a:pt x="678" y="389"/>
                    <a:pt x="666" y="333"/>
                  </a:cubicBezTo>
                  <a:cubicBezTo>
                    <a:pt x="655" y="278"/>
                    <a:pt x="655" y="233"/>
                    <a:pt x="633" y="178"/>
                  </a:cubicBezTo>
                  <a:cubicBezTo>
                    <a:pt x="622" y="89"/>
                    <a:pt x="567" y="11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6283725" y="3044875"/>
              <a:ext cx="13900" cy="26850"/>
            </a:xfrm>
            <a:custGeom>
              <a:avLst/>
              <a:gdLst/>
              <a:ahLst/>
              <a:cxnLst/>
              <a:rect l="l" t="t" r="r" b="b"/>
              <a:pathLst>
                <a:path w="556" h="1074" extrusionOk="0">
                  <a:moveTo>
                    <a:pt x="318" y="0"/>
                  </a:moveTo>
                  <a:cubicBezTo>
                    <a:pt x="301" y="0"/>
                    <a:pt x="283" y="3"/>
                    <a:pt x="267" y="7"/>
                  </a:cubicBezTo>
                  <a:cubicBezTo>
                    <a:pt x="256" y="29"/>
                    <a:pt x="222" y="40"/>
                    <a:pt x="211" y="40"/>
                  </a:cubicBezTo>
                  <a:cubicBezTo>
                    <a:pt x="167" y="62"/>
                    <a:pt x="122" y="107"/>
                    <a:pt x="111" y="162"/>
                  </a:cubicBezTo>
                  <a:cubicBezTo>
                    <a:pt x="100" y="184"/>
                    <a:pt x="100" y="206"/>
                    <a:pt x="89" y="229"/>
                  </a:cubicBezTo>
                  <a:cubicBezTo>
                    <a:pt x="67" y="295"/>
                    <a:pt x="45" y="373"/>
                    <a:pt x="34" y="440"/>
                  </a:cubicBezTo>
                  <a:cubicBezTo>
                    <a:pt x="11" y="506"/>
                    <a:pt x="11" y="573"/>
                    <a:pt x="0" y="650"/>
                  </a:cubicBezTo>
                  <a:cubicBezTo>
                    <a:pt x="0" y="706"/>
                    <a:pt x="0" y="739"/>
                    <a:pt x="11" y="795"/>
                  </a:cubicBezTo>
                  <a:cubicBezTo>
                    <a:pt x="11" y="817"/>
                    <a:pt x="23" y="828"/>
                    <a:pt x="23" y="850"/>
                  </a:cubicBezTo>
                  <a:cubicBezTo>
                    <a:pt x="45" y="883"/>
                    <a:pt x="45" y="928"/>
                    <a:pt x="56" y="950"/>
                  </a:cubicBezTo>
                  <a:cubicBezTo>
                    <a:pt x="78" y="1017"/>
                    <a:pt x="156" y="1072"/>
                    <a:pt x="222" y="1072"/>
                  </a:cubicBezTo>
                  <a:cubicBezTo>
                    <a:pt x="234" y="1073"/>
                    <a:pt x="245" y="1074"/>
                    <a:pt x="255" y="1074"/>
                  </a:cubicBezTo>
                  <a:cubicBezTo>
                    <a:pt x="347" y="1074"/>
                    <a:pt x="404" y="1032"/>
                    <a:pt x="444" y="972"/>
                  </a:cubicBezTo>
                  <a:cubicBezTo>
                    <a:pt x="489" y="895"/>
                    <a:pt x="544" y="817"/>
                    <a:pt x="544" y="728"/>
                  </a:cubicBezTo>
                  <a:cubicBezTo>
                    <a:pt x="555" y="661"/>
                    <a:pt x="555" y="595"/>
                    <a:pt x="555" y="528"/>
                  </a:cubicBezTo>
                  <a:lnTo>
                    <a:pt x="555" y="373"/>
                  </a:lnTo>
                  <a:cubicBezTo>
                    <a:pt x="555" y="340"/>
                    <a:pt x="555" y="306"/>
                    <a:pt x="544" y="273"/>
                  </a:cubicBezTo>
                  <a:lnTo>
                    <a:pt x="544" y="218"/>
                  </a:lnTo>
                  <a:cubicBezTo>
                    <a:pt x="533" y="162"/>
                    <a:pt x="500" y="107"/>
                    <a:pt x="455" y="62"/>
                  </a:cubicBezTo>
                  <a:cubicBezTo>
                    <a:pt x="444" y="51"/>
                    <a:pt x="433" y="40"/>
                    <a:pt x="400" y="29"/>
                  </a:cubicBezTo>
                  <a:cubicBezTo>
                    <a:pt x="379" y="8"/>
                    <a:pt x="349" y="0"/>
                    <a:pt x="3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6163025" y="3151750"/>
              <a:ext cx="9750" cy="25475"/>
            </a:xfrm>
            <a:custGeom>
              <a:avLst/>
              <a:gdLst/>
              <a:ahLst/>
              <a:cxnLst/>
              <a:rect l="l" t="t" r="r" b="b"/>
              <a:pathLst>
                <a:path w="390" h="1019" extrusionOk="0">
                  <a:moveTo>
                    <a:pt x="279" y="0"/>
                  </a:moveTo>
                  <a:cubicBezTo>
                    <a:pt x="246" y="0"/>
                    <a:pt x="217" y="13"/>
                    <a:pt x="200" y="38"/>
                  </a:cubicBezTo>
                  <a:cubicBezTo>
                    <a:pt x="167" y="60"/>
                    <a:pt x="156" y="104"/>
                    <a:pt x="123" y="126"/>
                  </a:cubicBezTo>
                  <a:cubicBezTo>
                    <a:pt x="101" y="171"/>
                    <a:pt x="89" y="215"/>
                    <a:pt x="67" y="260"/>
                  </a:cubicBezTo>
                  <a:cubicBezTo>
                    <a:pt x="56" y="326"/>
                    <a:pt x="34" y="393"/>
                    <a:pt x="12" y="482"/>
                  </a:cubicBezTo>
                  <a:cubicBezTo>
                    <a:pt x="12" y="515"/>
                    <a:pt x="1" y="548"/>
                    <a:pt x="1" y="593"/>
                  </a:cubicBezTo>
                  <a:lnTo>
                    <a:pt x="1" y="648"/>
                  </a:lnTo>
                  <a:cubicBezTo>
                    <a:pt x="1" y="681"/>
                    <a:pt x="1" y="715"/>
                    <a:pt x="12" y="759"/>
                  </a:cubicBezTo>
                  <a:cubicBezTo>
                    <a:pt x="23" y="826"/>
                    <a:pt x="45" y="892"/>
                    <a:pt x="67" y="959"/>
                  </a:cubicBezTo>
                  <a:cubicBezTo>
                    <a:pt x="88" y="999"/>
                    <a:pt x="129" y="1019"/>
                    <a:pt x="169" y="1019"/>
                  </a:cubicBezTo>
                  <a:cubicBezTo>
                    <a:pt x="218" y="1019"/>
                    <a:pt x="266" y="991"/>
                    <a:pt x="278" y="937"/>
                  </a:cubicBezTo>
                  <a:cubicBezTo>
                    <a:pt x="289" y="903"/>
                    <a:pt x="289" y="870"/>
                    <a:pt x="311" y="837"/>
                  </a:cubicBezTo>
                  <a:cubicBezTo>
                    <a:pt x="311" y="826"/>
                    <a:pt x="323" y="803"/>
                    <a:pt x="323" y="781"/>
                  </a:cubicBezTo>
                  <a:cubicBezTo>
                    <a:pt x="323" y="770"/>
                    <a:pt x="323" y="770"/>
                    <a:pt x="334" y="759"/>
                  </a:cubicBezTo>
                  <a:lnTo>
                    <a:pt x="334" y="737"/>
                  </a:lnTo>
                  <a:cubicBezTo>
                    <a:pt x="345" y="715"/>
                    <a:pt x="345" y="704"/>
                    <a:pt x="345" y="670"/>
                  </a:cubicBezTo>
                  <a:lnTo>
                    <a:pt x="345" y="604"/>
                  </a:lnTo>
                  <a:lnTo>
                    <a:pt x="345" y="548"/>
                  </a:lnTo>
                  <a:lnTo>
                    <a:pt x="345" y="537"/>
                  </a:lnTo>
                  <a:lnTo>
                    <a:pt x="345" y="515"/>
                  </a:lnTo>
                  <a:cubicBezTo>
                    <a:pt x="345" y="448"/>
                    <a:pt x="356" y="382"/>
                    <a:pt x="378" y="315"/>
                  </a:cubicBezTo>
                  <a:cubicBezTo>
                    <a:pt x="389" y="271"/>
                    <a:pt x="389" y="226"/>
                    <a:pt x="389" y="182"/>
                  </a:cubicBezTo>
                  <a:cubicBezTo>
                    <a:pt x="389" y="160"/>
                    <a:pt x="389" y="115"/>
                    <a:pt x="378" y="93"/>
                  </a:cubicBezTo>
                  <a:cubicBezTo>
                    <a:pt x="378" y="49"/>
                    <a:pt x="345" y="4"/>
                    <a:pt x="311" y="4"/>
                  </a:cubicBezTo>
                  <a:cubicBezTo>
                    <a:pt x="300" y="2"/>
                    <a:pt x="289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5715225" y="3052550"/>
              <a:ext cx="22775" cy="21675"/>
            </a:xfrm>
            <a:custGeom>
              <a:avLst/>
              <a:gdLst/>
              <a:ahLst/>
              <a:cxnLst/>
              <a:rect l="l" t="t" r="r" b="b"/>
              <a:pathLst>
                <a:path w="911" h="867" extrusionOk="0">
                  <a:moveTo>
                    <a:pt x="686" y="1"/>
                  </a:moveTo>
                  <a:cubicBezTo>
                    <a:pt x="669" y="1"/>
                    <a:pt x="651" y="4"/>
                    <a:pt x="633" y="10"/>
                  </a:cubicBezTo>
                  <a:cubicBezTo>
                    <a:pt x="578" y="22"/>
                    <a:pt x="522" y="33"/>
                    <a:pt x="478" y="66"/>
                  </a:cubicBezTo>
                  <a:cubicBezTo>
                    <a:pt x="422" y="99"/>
                    <a:pt x="378" y="155"/>
                    <a:pt x="334" y="210"/>
                  </a:cubicBezTo>
                  <a:cubicBezTo>
                    <a:pt x="311" y="255"/>
                    <a:pt x="278" y="288"/>
                    <a:pt x="245" y="321"/>
                  </a:cubicBezTo>
                  <a:lnTo>
                    <a:pt x="189" y="377"/>
                  </a:lnTo>
                  <a:cubicBezTo>
                    <a:pt x="145" y="421"/>
                    <a:pt x="112" y="477"/>
                    <a:pt x="101" y="532"/>
                  </a:cubicBezTo>
                  <a:cubicBezTo>
                    <a:pt x="101" y="554"/>
                    <a:pt x="89" y="554"/>
                    <a:pt x="89" y="565"/>
                  </a:cubicBezTo>
                  <a:cubicBezTo>
                    <a:pt x="89" y="576"/>
                    <a:pt x="78" y="576"/>
                    <a:pt x="78" y="588"/>
                  </a:cubicBezTo>
                  <a:cubicBezTo>
                    <a:pt x="78" y="588"/>
                    <a:pt x="78" y="588"/>
                    <a:pt x="78" y="588"/>
                  </a:cubicBezTo>
                  <a:lnTo>
                    <a:pt x="78" y="588"/>
                  </a:lnTo>
                  <a:cubicBezTo>
                    <a:pt x="78" y="594"/>
                    <a:pt x="65" y="610"/>
                    <a:pt x="64" y="610"/>
                  </a:cubicBezTo>
                  <a:cubicBezTo>
                    <a:pt x="63" y="610"/>
                    <a:pt x="66" y="604"/>
                    <a:pt x="78" y="588"/>
                  </a:cubicBezTo>
                  <a:lnTo>
                    <a:pt x="78" y="588"/>
                  </a:lnTo>
                  <a:cubicBezTo>
                    <a:pt x="34" y="643"/>
                    <a:pt x="1" y="710"/>
                    <a:pt x="34" y="765"/>
                  </a:cubicBezTo>
                  <a:cubicBezTo>
                    <a:pt x="54" y="816"/>
                    <a:pt x="121" y="866"/>
                    <a:pt x="183" y="866"/>
                  </a:cubicBezTo>
                  <a:cubicBezTo>
                    <a:pt x="189" y="866"/>
                    <a:pt x="195" y="866"/>
                    <a:pt x="200" y="865"/>
                  </a:cubicBezTo>
                  <a:cubicBezTo>
                    <a:pt x="245" y="854"/>
                    <a:pt x="300" y="854"/>
                    <a:pt x="334" y="843"/>
                  </a:cubicBezTo>
                  <a:cubicBezTo>
                    <a:pt x="378" y="843"/>
                    <a:pt x="411" y="843"/>
                    <a:pt x="445" y="821"/>
                  </a:cubicBezTo>
                  <a:cubicBezTo>
                    <a:pt x="500" y="809"/>
                    <a:pt x="544" y="765"/>
                    <a:pt x="589" y="743"/>
                  </a:cubicBezTo>
                  <a:cubicBezTo>
                    <a:pt x="600" y="732"/>
                    <a:pt x="633" y="710"/>
                    <a:pt x="644" y="698"/>
                  </a:cubicBezTo>
                  <a:cubicBezTo>
                    <a:pt x="667" y="643"/>
                    <a:pt x="711" y="610"/>
                    <a:pt x="744" y="565"/>
                  </a:cubicBezTo>
                  <a:cubicBezTo>
                    <a:pt x="800" y="499"/>
                    <a:pt x="866" y="421"/>
                    <a:pt x="877" y="343"/>
                  </a:cubicBezTo>
                  <a:cubicBezTo>
                    <a:pt x="911" y="255"/>
                    <a:pt x="877" y="188"/>
                    <a:pt x="855" y="121"/>
                  </a:cubicBezTo>
                  <a:cubicBezTo>
                    <a:pt x="820" y="50"/>
                    <a:pt x="756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5759625" y="2861125"/>
              <a:ext cx="21650" cy="20800"/>
            </a:xfrm>
            <a:custGeom>
              <a:avLst/>
              <a:gdLst/>
              <a:ahLst/>
              <a:cxnLst/>
              <a:rect l="l" t="t" r="r" b="b"/>
              <a:pathLst>
                <a:path w="866" h="832" extrusionOk="0">
                  <a:moveTo>
                    <a:pt x="723" y="0"/>
                  </a:moveTo>
                  <a:cubicBezTo>
                    <a:pt x="705" y="0"/>
                    <a:pt x="686" y="3"/>
                    <a:pt x="666" y="10"/>
                  </a:cubicBezTo>
                  <a:cubicBezTo>
                    <a:pt x="566" y="32"/>
                    <a:pt x="522" y="121"/>
                    <a:pt x="444" y="187"/>
                  </a:cubicBezTo>
                  <a:cubicBezTo>
                    <a:pt x="389" y="243"/>
                    <a:pt x="355" y="298"/>
                    <a:pt x="300" y="354"/>
                  </a:cubicBezTo>
                  <a:lnTo>
                    <a:pt x="211" y="443"/>
                  </a:lnTo>
                  <a:cubicBezTo>
                    <a:pt x="167" y="476"/>
                    <a:pt x="156" y="509"/>
                    <a:pt x="133" y="554"/>
                  </a:cubicBezTo>
                  <a:cubicBezTo>
                    <a:pt x="111" y="576"/>
                    <a:pt x="89" y="620"/>
                    <a:pt x="78" y="642"/>
                  </a:cubicBezTo>
                  <a:cubicBezTo>
                    <a:pt x="56" y="676"/>
                    <a:pt x="34" y="720"/>
                    <a:pt x="22" y="742"/>
                  </a:cubicBezTo>
                  <a:cubicBezTo>
                    <a:pt x="0" y="787"/>
                    <a:pt x="45" y="831"/>
                    <a:pt x="89" y="831"/>
                  </a:cubicBezTo>
                  <a:cubicBezTo>
                    <a:pt x="133" y="831"/>
                    <a:pt x="167" y="809"/>
                    <a:pt x="200" y="798"/>
                  </a:cubicBezTo>
                  <a:cubicBezTo>
                    <a:pt x="244" y="787"/>
                    <a:pt x="278" y="753"/>
                    <a:pt x="322" y="742"/>
                  </a:cubicBezTo>
                  <a:cubicBezTo>
                    <a:pt x="378" y="720"/>
                    <a:pt x="422" y="698"/>
                    <a:pt x="466" y="665"/>
                  </a:cubicBezTo>
                  <a:cubicBezTo>
                    <a:pt x="500" y="642"/>
                    <a:pt x="533" y="609"/>
                    <a:pt x="555" y="576"/>
                  </a:cubicBezTo>
                  <a:cubicBezTo>
                    <a:pt x="611" y="509"/>
                    <a:pt x="688" y="443"/>
                    <a:pt x="744" y="365"/>
                  </a:cubicBezTo>
                  <a:cubicBezTo>
                    <a:pt x="799" y="298"/>
                    <a:pt x="866" y="221"/>
                    <a:pt x="844" y="121"/>
                  </a:cubicBezTo>
                  <a:cubicBezTo>
                    <a:pt x="844" y="50"/>
                    <a:pt x="794" y="0"/>
                    <a:pt x="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5859225" y="2883275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566" y="1"/>
                  </a:moveTo>
                  <a:cubicBezTo>
                    <a:pt x="511" y="1"/>
                    <a:pt x="467" y="23"/>
                    <a:pt x="433" y="56"/>
                  </a:cubicBezTo>
                  <a:cubicBezTo>
                    <a:pt x="422" y="67"/>
                    <a:pt x="400" y="78"/>
                    <a:pt x="389" y="78"/>
                  </a:cubicBezTo>
                  <a:cubicBezTo>
                    <a:pt x="367" y="112"/>
                    <a:pt x="322" y="134"/>
                    <a:pt x="289" y="167"/>
                  </a:cubicBezTo>
                  <a:cubicBezTo>
                    <a:pt x="267" y="189"/>
                    <a:pt x="222" y="200"/>
                    <a:pt x="189" y="245"/>
                  </a:cubicBezTo>
                  <a:cubicBezTo>
                    <a:pt x="167" y="289"/>
                    <a:pt x="134" y="311"/>
                    <a:pt x="111" y="356"/>
                  </a:cubicBezTo>
                  <a:cubicBezTo>
                    <a:pt x="67" y="411"/>
                    <a:pt x="45" y="456"/>
                    <a:pt x="34" y="522"/>
                  </a:cubicBezTo>
                  <a:lnTo>
                    <a:pt x="34" y="611"/>
                  </a:lnTo>
                  <a:cubicBezTo>
                    <a:pt x="34" y="633"/>
                    <a:pt x="12" y="644"/>
                    <a:pt x="12" y="678"/>
                  </a:cubicBezTo>
                  <a:cubicBezTo>
                    <a:pt x="0" y="744"/>
                    <a:pt x="34" y="811"/>
                    <a:pt x="89" y="855"/>
                  </a:cubicBezTo>
                  <a:cubicBezTo>
                    <a:pt x="117" y="877"/>
                    <a:pt x="150" y="888"/>
                    <a:pt x="185" y="888"/>
                  </a:cubicBezTo>
                  <a:cubicBezTo>
                    <a:pt x="220" y="888"/>
                    <a:pt x="256" y="877"/>
                    <a:pt x="289" y="855"/>
                  </a:cubicBezTo>
                  <a:cubicBezTo>
                    <a:pt x="322" y="844"/>
                    <a:pt x="344" y="833"/>
                    <a:pt x="378" y="800"/>
                  </a:cubicBezTo>
                  <a:cubicBezTo>
                    <a:pt x="389" y="800"/>
                    <a:pt x="422" y="789"/>
                    <a:pt x="433" y="789"/>
                  </a:cubicBezTo>
                  <a:cubicBezTo>
                    <a:pt x="533" y="777"/>
                    <a:pt x="566" y="733"/>
                    <a:pt x="611" y="678"/>
                  </a:cubicBezTo>
                  <a:cubicBezTo>
                    <a:pt x="644" y="633"/>
                    <a:pt x="655" y="611"/>
                    <a:pt x="677" y="567"/>
                  </a:cubicBezTo>
                  <a:cubicBezTo>
                    <a:pt x="711" y="511"/>
                    <a:pt x="733" y="456"/>
                    <a:pt x="755" y="400"/>
                  </a:cubicBezTo>
                  <a:cubicBezTo>
                    <a:pt x="766" y="367"/>
                    <a:pt x="777" y="334"/>
                    <a:pt x="788" y="300"/>
                  </a:cubicBezTo>
                  <a:cubicBezTo>
                    <a:pt x="822" y="234"/>
                    <a:pt x="822" y="145"/>
                    <a:pt x="766" y="89"/>
                  </a:cubicBezTo>
                  <a:lnTo>
                    <a:pt x="766" y="78"/>
                  </a:lnTo>
                  <a:cubicBezTo>
                    <a:pt x="755" y="34"/>
                    <a:pt x="711" y="12"/>
                    <a:pt x="666" y="12"/>
                  </a:cubicBezTo>
                  <a:lnTo>
                    <a:pt x="653" y="12"/>
                  </a:lnTo>
                  <a:cubicBezTo>
                    <a:pt x="624" y="5"/>
                    <a:pt x="595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6002175" y="2932125"/>
              <a:ext cx="23000" cy="30500"/>
            </a:xfrm>
            <a:custGeom>
              <a:avLst/>
              <a:gdLst/>
              <a:ahLst/>
              <a:cxnLst/>
              <a:rect l="l" t="t" r="r" b="b"/>
              <a:pathLst>
                <a:path w="920" h="1220" extrusionOk="0">
                  <a:moveTo>
                    <a:pt x="750" y="0"/>
                  </a:moveTo>
                  <a:cubicBezTo>
                    <a:pt x="734" y="0"/>
                    <a:pt x="716" y="3"/>
                    <a:pt x="697" y="11"/>
                  </a:cubicBezTo>
                  <a:cubicBezTo>
                    <a:pt x="653" y="22"/>
                    <a:pt x="597" y="55"/>
                    <a:pt x="553" y="78"/>
                  </a:cubicBezTo>
                  <a:cubicBezTo>
                    <a:pt x="486" y="122"/>
                    <a:pt x="442" y="189"/>
                    <a:pt x="397" y="244"/>
                  </a:cubicBezTo>
                  <a:cubicBezTo>
                    <a:pt x="342" y="333"/>
                    <a:pt x="309" y="410"/>
                    <a:pt x="253" y="488"/>
                  </a:cubicBezTo>
                  <a:cubicBezTo>
                    <a:pt x="198" y="566"/>
                    <a:pt x="153" y="655"/>
                    <a:pt x="120" y="732"/>
                  </a:cubicBezTo>
                  <a:cubicBezTo>
                    <a:pt x="109" y="777"/>
                    <a:pt x="98" y="821"/>
                    <a:pt x="87" y="877"/>
                  </a:cubicBezTo>
                  <a:cubicBezTo>
                    <a:pt x="87" y="888"/>
                    <a:pt x="87" y="899"/>
                    <a:pt x="64" y="910"/>
                  </a:cubicBezTo>
                  <a:lnTo>
                    <a:pt x="31" y="1054"/>
                  </a:lnTo>
                  <a:cubicBezTo>
                    <a:pt x="0" y="1148"/>
                    <a:pt x="94" y="1219"/>
                    <a:pt x="184" y="1219"/>
                  </a:cubicBezTo>
                  <a:cubicBezTo>
                    <a:pt x="222" y="1219"/>
                    <a:pt x="260" y="1206"/>
                    <a:pt x="286" y="1176"/>
                  </a:cubicBezTo>
                  <a:cubicBezTo>
                    <a:pt x="331" y="1132"/>
                    <a:pt x="375" y="1076"/>
                    <a:pt x="431" y="1043"/>
                  </a:cubicBezTo>
                  <a:cubicBezTo>
                    <a:pt x="442" y="1010"/>
                    <a:pt x="486" y="999"/>
                    <a:pt x="508" y="954"/>
                  </a:cubicBezTo>
                  <a:cubicBezTo>
                    <a:pt x="542" y="910"/>
                    <a:pt x="564" y="888"/>
                    <a:pt x="608" y="843"/>
                  </a:cubicBezTo>
                  <a:cubicBezTo>
                    <a:pt x="664" y="777"/>
                    <a:pt x="708" y="688"/>
                    <a:pt x="753" y="621"/>
                  </a:cubicBezTo>
                  <a:cubicBezTo>
                    <a:pt x="786" y="555"/>
                    <a:pt x="819" y="499"/>
                    <a:pt x="864" y="433"/>
                  </a:cubicBezTo>
                  <a:cubicBezTo>
                    <a:pt x="886" y="377"/>
                    <a:pt x="919" y="322"/>
                    <a:pt x="919" y="244"/>
                  </a:cubicBezTo>
                  <a:cubicBezTo>
                    <a:pt x="919" y="222"/>
                    <a:pt x="919" y="177"/>
                    <a:pt x="897" y="155"/>
                  </a:cubicBezTo>
                  <a:cubicBezTo>
                    <a:pt x="888" y="81"/>
                    <a:pt x="832" y="0"/>
                    <a:pt x="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"/>
            <p:cNvSpPr/>
            <p:nvPr/>
          </p:nvSpPr>
          <p:spPr>
            <a:xfrm>
              <a:off x="5866150" y="3047550"/>
              <a:ext cx="21400" cy="28850"/>
            </a:xfrm>
            <a:custGeom>
              <a:avLst/>
              <a:gdLst/>
              <a:ahLst/>
              <a:cxnLst/>
              <a:rect l="l" t="t" r="r" b="b"/>
              <a:pathLst>
                <a:path w="856" h="1154" extrusionOk="0">
                  <a:moveTo>
                    <a:pt x="728" y="0"/>
                  </a:moveTo>
                  <a:cubicBezTo>
                    <a:pt x="708" y="0"/>
                    <a:pt x="687" y="4"/>
                    <a:pt x="667" y="11"/>
                  </a:cubicBezTo>
                  <a:cubicBezTo>
                    <a:pt x="600" y="44"/>
                    <a:pt x="556" y="88"/>
                    <a:pt x="511" y="144"/>
                  </a:cubicBezTo>
                  <a:lnTo>
                    <a:pt x="434" y="266"/>
                  </a:lnTo>
                  <a:cubicBezTo>
                    <a:pt x="378" y="344"/>
                    <a:pt x="323" y="432"/>
                    <a:pt x="267" y="521"/>
                  </a:cubicBezTo>
                  <a:cubicBezTo>
                    <a:pt x="234" y="577"/>
                    <a:pt x="178" y="621"/>
                    <a:pt x="167" y="688"/>
                  </a:cubicBezTo>
                  <a:lnTo>
                    <a:pt x="167" y="721"/>
                  </a:lnTo>
                  <a:lnTo>
                    <a:pt x="167" y="732"/>
                  </a:lnTo>
                  <a:cubicBezTo>
                    <a:pt x="156" y="765"/>
                    <a:pt x="145" y="788"/>
                    <a:pt x="123" y="799"/>
                  </a:cubicBezTo>
                  <a:cubicBezTo>
                    <a:pt x="101" y="843"/>
                    <a:pt x="67" y="887"/>
                    <a:pt x="56" y="932"/>
                  </a:cubicBezTo>
                  <a:cubicBezTo>
                    <a:pt x="34" y="987"/>
                    <a:pt x="1" y="1009"/>
                    <a:pt x="1" y="1076"/>
                  </a:cubicBezTo>
                  <a:cubicBezTo>
                    <a:pt x="1" y="1120"/>
                    <a:pt x="45" y="1154"/>
                    <a:pt x="90" y="1154"/>
                  </a:cubicBezTo>
                  <a:cubicBezTo>
                    <a:pt x="190" y="1132"/>
                    <a:pt x="289" y="1043"/>
                    <a:pt x="389" y="965"/>
                  </a:cubicBezTo>
                  <a:cubicBezTo>
                    <a:pt x="400" y="954"/>
                    <a:pt x="434" y="943"/>
                    <a:pt x="445" y="910"/>
                  </a:cubicBezTo>
                  <a:cubicBezTo>
                    <a:pt x="456" y="910"/>
                    <a:pt x="456" y="898"/>
                    <a:pt x="489" y="898"/>
                  </a:cubicBezTo>
                  <a:cubicBezTo>
                    <a:pt x="545" y="843"/>
                    <a:pt x="589" y="765"/>
                    <a:pt x="622" y="710"/>
                  </a:cubicBezTo>
                  <a:cubicBezTo>
                    <a:pt x="700" y="621"/>
                    <a:pt x="733" y="532"/>
                    <a:pt x="778" y="432"/>
                  </a:cubicBezTo>
                  <a:cubicBezTo>
                    <a:pt x="811" y="377"/>
                    <a:pt x="833" y="310"/>
                    <a:pt x="844" y="255"/>
                  </a:cubicBezTo>
                  <a:cubicBezTo>
                    <a:pt x="855" y="177"/>
                    <a:pt x="855" y="122"/>
                    <a:pt x="833" y="66"/>
                  </a:cubicBezTo>
                  <a:cubicBezTo>
                    <a:pt x="818" y="20"/>
                    <a:pt x="775" y="0"/>
                    <a:pt x="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"/>
            <p:cNvSpPr/>
            <p:nvPr/>
          </p:nvSpPr>
          <p:spPr>
            <a:xfrm>
              <a:off x="5621725" y="2802750"/>
              <a:ext cx="22225" cy="27950"/>
            </a:xfrm>
            <a:custGeom>
              <a:avLst/>
              <a:gdLst/>
              <a:ahLst/>
              <a:cxnLst/>
              <a:rect l="l" t="t" r="r" b="b"/>
              <a:pathLst>
                <a:path w="889" h="1118" extrusionOk="0">
                  <a:moveTo>
                    <a:pt x="774" y="1"/>
                  </a:moveTo>
                  <a:cubicBezTo>
                    <a:pt x="760" y="1"/>
                    <a:pt x="746" y="5"/>
                    <a:pt x="733" y="14"/>
                  </a:cubicBezTo>
                  <a:cubicBezTo>
                    <a:pt x="711" y="25"/>
                    <a:pt x="689" y="37"/>
                    <a:pt x="666" y="48"/>
                  </a:cubicBezTo>
                  <a:lnTo>
                    <a:pt x="733" y="37"/>
                  </a:lnTo>
                  <a:lnTo>
                    <a:pt x="733" y="37"/>
                  </a:lnTo>
                  <a:cubicBezTo>
                    <a:pt x="666" y="48"/>
                    <a:pt x="622" y="81"/>
                    <a:pt x="567" y="125"/>
                  </a:cubicBezTo>
                  <a:cubicBezTo>
                    <a:pt x="500" y="147"/>
                    <a:pt x="445" y="181"/>
                    <a:pt x="400" y="236"/>
                  </a:cubicBezTo>
                  <a:cubicBezTo>
                    <a:pt x="334" y="314"/>
                    <a:pt x="278" y="403"/>
                    <a:pt x="223" y="480"/>
                  </a:cubicBezTo>
                  <a:lnTo>
                    <a:pt x="189" y="514"/>
                  </a:lnTo>
                  <a:cubicBezTo>
                    <a:pt x="134" y="569"/>
                    <a:pt x="112" y="625"/>
                    <a:pt x="78" y="691"/>
                  </a:cubicBezTo>
                  <a:cubicBezTo>
                    <a:pt x="67" y="747"/>
                    <a:pt x="45" y="802"/>
                    <a:pt x="23" y="858"/>
                  </a:cubicBezTo>
                  <a:cubicBezTo>
                    <a:pt x="1" y="935"/>
                    <a:pt x="45" y="1035"/>
                    <a:pt x="112" y="1080"/>
                  </a:cubicBezTo>
                  <a:cubicBezTo>
                    <a:pt x="147" y="1103"/>
                    <a:pt x="194" y="1117"/>
                    <a:pt x="241" y="1117"/>
                  </a:cubicBezTo>
                  <a:cubicBezTo>
                    <a:pt x="283" y="1117"/>
                    <a:pt x="324" y="1106"/>
                    <a:pt x="356" y="1080"/>
                  </a:cubicBezTo>
                  <a:cubicBezTo>
                    <a:pt x="400" y="1046"/>
                    <a:pt x="433" y="1035"/>
                    <a:pt x="467" y="1013"/>
                  </a:cubicBezTo>
                  <a:cubicBezTo>
                    <a:pt x="522" y="924"/>
                    <a:pt x="578" y="869"/>
                    <a:pt x="633" y="802"/>
                  </a:cubicBezTo>
                  <a:cubicBezTo>
                    <a:pt x="689" y="736"/>
                    <a:pt x="733" y="669"/>
                    <a:pt x="777" y="591"/>
                  </a:cubicBezTo>
                  <a:cubicBezTo>
                    <a:pt x="800" y="558"/>
                    <a:pt x="822" y="525"/>
                    <a:pt x="833" y="480"/>
                  </a:cubicBezTo>
                  <a:cubicBezTo>
                    <a:pt x="855" y="425"/>
                    <a:pt x="888" y="392"/>
                    <a:pt x="888" y="325"/>
                  </a:cubicBezTo>
                  <a:cubicBezTo>
                    <a:pt x="888" y="303"/>
                    <a:pt x="888" y="258"/>
                    <a:pt x="877" y="247"/>
                  </a:cubicBezTo>
                  <a:lnTo>
                    <a:pt x="877" y="236"/>
                  </a:lnTo>
                  <a:lnTo>
                    <a:pt x="877" y="192"/>
                  </a:lnTo>
                  <a:cubicBezTo>
                    <a:pt x="877" y="136"/>
                    <a:pt x="844" y="92"/>
                    <a:pt x="844" y="48"/>
                  </a:cubicBezTo>
                  <a:cubicBezTo>
                    <a:pt x="836" y="24"/>
                    <a:pt x="806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5650900" y="2964125"/>
              <a:ext cx="22175" cy="27250"/>
            </a:xfrm>
            <a:custGeom>
              <a:avLst/>
              <a:gdLst/>
              <a:ahLst/>
              <a:cxnLst/>
              <a:rect l="l" t="t" r="r" b="b"/>
              <a:pathLst>
                <a:path w="887" h="1090" extrusionOk="0">
                  <a:moveTo>
                    <a:pt x="718" y="1"/>
                  </a:moveTo>
                  <a:cubicBezTo>
                    <a:pt x="673" y="1"/>
                    <a:pt x="629" y="17"/>
                    <a:pt x="598" y="52"/>
                  </a:cubicBezTo>
                  <a:lnTo>
                    <a:pt x="432" y="218"/>
                  </a:lnTo>
                  <a:cubicBezTo>
                    <a:pt x="354" y="285"/>
                    <a:pt x="321" y="373"/>
                    <a:pt x="276" y="440"/>
                  </a:cubicBezTo>
                  <a:cubicBezTo>
                    <a:pt x="232" y="507"/>
                    <a:pt x="188" y="562"/>
                    <a:pt x="154" y="629"/>
                  </a:cubicBezTo>
                  <a:cubicBezTo>
                    <a:pt x="110" y="706"/>
                    <a:pt x="54" y="784"/>
                    <a:pt x="54" y="873"/>
                  </a:cubicBezTo>
                  <a:lnTo>
                    <a:pt x="10" y="995"/>
                  </a:lnTo>
                  <a:cubicBezTo>
                    <a:pt x="1" y="1050"/>
                    <a:pt x="37" y="1089"/>
                    <a:pt x="93" y="1089"/>
                  </a:cubicBezTo>
                  <a:cubicBezTo>
                    <a:pt x="105" y="1089"/>
                    <a:pt x="118" y="1088"/>
                    <a:pt x="132" y="1084"/>
                  </a:cubicBezTo>
                  <a:cubicBezTo>
                    <a:pt x="188" y="1073"/>
                    <a:pt x="243" y="1050"/>
                    <a:pt x="299" y="1039"/>
                  </a:cubicBezTo>
                  <a:cubicBezTo>
                    <a:pt x="354" y="1017"/>
                    <a:pt x="398" y="1006"/>
                    <a:pt x="454" y="962"/>
                  </a:cubicBezTo>
                  <a:cubicBezTo>
                    <a:pt x="487" y="939"/>
                    <a:pt x="509" y="906"/>
                    <a:pt x="554" y="884"/>
                  </a:cubicBezTo>
                  <a:cubicBezTo>
                    <a:pt x="598" y="817"/>
                    <a:pt x="665" y="740"/>
                    <a:pt x="720" y="662"/>
                  </a:cubicBezTo>
                  <a:cubicBezTo>
                    <a:pt x="776" y="573"/>
                    <a:pt x="831" y="496"/>
                    <a:pt x="853" y="407"/>
                  </a:cubicBezTo>
                  <a:cubicBezTo>
                    <a:pt x="887" y="329"/>
                    <a:pt x="887" y="229"/>
                    <a:pt x="887" y="151"/>
                  </a:cubicBezTo>
                  <a:cubicBezTo>
                    <a:pt x="887" y="57"/>
                    <a:pt x="80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5807350" y="3112275"/>
              <a:ext cx="12775" cy="22775"/>
            </a:xfrm>
            <a:custGeom>
              <a:avLst/>
              <a:gdLst/>
              <a:ahLst/>
              <a:cxnLst/>
              <a:rect l="l" t="t" r="r" b="b"/>
              <a:pathLst>
                <a:path w="511" h="911" extrusionOk="0">
                  <a:moveTo>
                    <a:pt x="410" y="0"/>
                  </a:moveTo>
                  <a:cubicBezTo>
                    <a:pt x="381" y="0"/>
                    <a:pt x="348" y="28"/>
                    <a:pt x="322" y="63"/>
                  </a:cubicBezTo>
                  <a:cubicBezTo>
                    <a:pt x="255" y="174"/>
                    <a:pt x="189" y="263"/>
                    <a:pt x="122" y="374"/>
                  </a:cubicBezTo>
                  <a:cubicBezTo>
                    <a:pt x="78" y="429"/>
                    <a:pt x="45" y="507"/>
                    <a:pt x="33" y="573"/>
                  </a:cubicBezTo>
                  <a:cubicBezTo>
                    <a:pt x="22" y="596"/>
                    <a:pt x="11" y="629"/>
                    <a:pt x="11" y="651"/>
                  </a:cubicBezTo>
                  <a:cubicBezTo>
                    <a:pt x="0" y="707"/>
                    <a:pt x="11" y="762"/>
                    <a:pt x="22" y="807"/>
                  </a:cubicBezTo>
                  <a:cubicBezTo>
                    <a:pt x="37" y="866"/>
                    <a:pt x="101" y="910"/>
                    <a:pt x="165" y="910"/>
                  </a:cubicBezTo>
                  <a:cubicBezTo>
                    <a:pt x="197" y="910"/>
                    <a:pt x="230" y="899"/>
                    <a:pt x="255" y="873"/>
                  </a:cubicBezTo>
                  <a:cubicBezTo>
                    <a:pt x="311" y="851"/>
                    <a:pt x="355" y="818"/>
                    <a:pt x="389" y="773"/>
                  </a:cubicBezTo>
                  <a:cubicBezTo>
                    <a:pt x="411" y="729"/>
                    <a:pt x="411" y="684"/>
                    <a:pt x="422" y="640"/>
                  </a:cubicBezTo>
                  <a:cubicBezTo>
                    <a:pt x="433" y="618"/>
                    <a:pt x="433" y="585"/>
                    <a:pt x="455" y="562"/>
                  </a:cubicBezTo>
                  <a:cubicBezTo>
                    <a:pt x="466" y="518"/>
                    <a:pt x="466" y="474"/>
                    <a:pt x="466" y="440"/>
                  </a:cubicBezTo>
                  <a:cubicBezTo>
                    <a:pt x="477" y="329"/>
                    <a:pt x="500" y="196"/>
                    <a:pt x="511" y="85"/>
                  </a:cubicBezTo>
                  <a:cubicBezTo>
                    <a:pt x="511" y="52"/>
                    <a:pt x="466" y="19"/>
                    <a:pt x="433" y="7"/>
                  </a:cubicBezTo>
                  <a:cubicBezTo>
                    <a:pt x="426" y="3"/>
                    <a:pt x="41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6058700" y="3063825"/>
              <a:ext cx="13350" cy="24025"/>
            </a:xfrm>
            <a:custGeom>
              <a:avLst/>
              <a:gdLst/>
              <a:ahLst/>
              <a:cxnLst/>
              <a:rect l="l" t="t" r="r" b="b"/>
              <a:pathLst>
                <a:path w="534" h="961" extrusionOk="0">
                  <a:moveTo>
                    <a:pt x="332" y="0"/>
                  </a:moveTo>
                  <a:cubicBezTo>
                    <a:pt x="304" y="0"/>
                    <a:pt x="274" y="8"/>
                    <a:pt x="245" y="26"/>
                  </a:cubicBezTo>
                  <a:cubicBezTo>
                    <a:pt x="223" y="37"/>
                    <a:pt x="190" y="70"/>
                    <a:pt x="167" y="92"/>
                  </a:cubicBezTo>
                  <a:cubicBezTo>
                    <a:pt x="123" y="137"/>
                    <a:pt x="112" y="181"/>
                    <a:pt x="101" y="236"/>
                  </a:cubicBezTo>
                  <a:cubicBezTo>
                    <a:pt x="79" y="292"/>
                    <a:pt x="67" y="336"/>
                    <a:pt x="56" y="392"/>
                  </a:cubicBezTo>
                  <a:cubicBezTo>
                    <a:pt x="45" y="447"/>
                    <a:pt x="23" y="481"/>
                    <a:pt x="23" y="536"/>
                  </a:cubicBezTo>
                  <a:cubicBezTo>
                    <a:pt x="23" y="569"/>
                    <a:pt x="12" y="580"/>
                    <a:pt x="12" y="614"/>
                  </a:cubicBezTo>
                  <a:cubicBezTo>
                    <a:pt x="1" y="680"/>
                    <a:pt x="12" y="747"/>
                    <a:pt x="56" y="813"/>
                  </a:cubicBezTo>
                  <a:lnTo>
                    <a:pt x="67" y="836"/>
                  </a:lnTo>
                  <a:cubicBezTo>
                    <a:pt x="101" y="902"/>
                    <a:pt x="134" y="947"/>
                    <a:pt x="212" y="958"/>
                  </a:cubicBezTo>
                  <a:cubicBezTo>
                    <a:pt x="223" y="960"/>
                    <a:pt x="234" y="961"/>
                    <a:pt x="244" y="961"/>
                  </a:cubicBezTo>
                  <a:cubicBezTo>
                    <a:pt x="297" y="961"/>
                    <a:pt x="341" y="937"/>
                    <a:pt x="378" y="891"/>
                  </a:cubicBezTo>
                  <a:cubicBezTo>
                    <a:pt x="389" y="858"/>
                    <a:pt x="400" y="847"/>
                    <a:pt x="400" y="836"/>
                  </a:cubicBezTo>
                  <a:lnTo>
                    <a:pt x="445" y="791"/>
                  </a:lnTo>
                  <a:cubicBezTo>
                    <a:pt x="467" y="769"/>
                    <a:pt x="489" y="725"/>
                    <a:pt x="489" y="680"/>
                  </a:cubicBezTo>
                  <a:cubicBezTo>
                    <a:pt x="489" y="658"/>
                    <a:pt x="500" y="636"/>
                    <a:pt x="500" y="614"/>
                  </a:cubicBezTo>
                  <a:cubicBezTo>
                    <a:pt x="511" y="536"/>
                    <a:pt x="511" y="469"/>
                    <a:pt x="522" y="414"/>
                  </a:cubicBezTo>
                  <a:cubicBezTo>
                    <a:pt x="522" y="358"/>
                    <a:pt x="522" y="325"/>
                    <a:pt x="534" y="259"/>
                  </a:cubicBezTo>
                  <a:cubicBezTo>
                    <a:pt x="534" y="225"/>
                    <a:pt x="534" y="192"/>
                    <a:pt x="522" y="148"/>
                  </a:cubicBezTo>
                  <a:cubicBezTo>
                    <a:pt x="511" y="125"/>
                    <a:pt x="500" y="103"/>
                    <a:pt x="467" y="70"/>
                  </a:cubicBezTo>
                  <a:cubicBezTo>
                    <a:pt x="445" y="32"/>
                    <a:pt x="392" y="0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6229625" y="3020150"/>
              <a:ext cx="8075" cy="19400"/>
            </a:xfrm>
            <a:custGeom>
              <a:avLst/>
              <a:gdLst/>
              <a:ahLst/>
              <a:cxnLst/>
              <a:rect l="l" t="t" r="r" b="b"/>
              <a:pathLst>
                <a:path w="323" h="776" extrusionOk="0">
                  <a:moveTo>
                    <a:pt x="191" y="1"/>
                  </a:moveTo>
                  <a:cubicBezTo>
                    <a:pt x="164" y="1"/>
                    <a:pt x="138" y="15"/>
                    <a:pt x="122" y="41"/>
                  </a:cubicBezTo>
                  <a:lnTo>
                    <a:pt x="89" y="97"/>
                  </a:lnTo>
                  <a:cubicBezTo>
                    <a:pt x="67" y="119"/>
                    <a:pt x="56" y="152"/>
                    <a:pt x="56" y="197"/>
                  </a:cubicBezTo>
                  <a:cubicBezTo>
                    <a:pt x="45" y="252"/>
                    <a:pt x="34" y="285"/>
                    <a:pt x="11" y="341"/>
                  </a:cubicBezTo>
                  <a:cubicBezTo>
                    <a:pt x="0" y="396"/>
                    <a:pt x="11" y="452"/>
                    <a:pt x="11" y="530"/>
                  </a:cubicBezTo>
                  <a:lnTo>
                    <a:pt x="11" y="607"/>
                  </a:lnTo>
                  <a:cubicBezTo>
                    <a:pt x="11" y="641"/>
                    <a:pt x="34" y="674"/>
                    <a:pt x="34" y="707"/>
                  </a:cubicBezTo>
                  <a:cubicBezTo>
                    <a:pt x="46" y="750"/>
                    <a:pt x="88" y="776"/>
                    <a:pt x="131" y="776"/>
                  </a:cubicBezTo>
                  <a:cubicBezTo>
                    <a:pt x="166" y="776"/>
                    <a:pt x="202" y="758"/>
                    <a:pt x="222" y="718"/>
                  </a:cubicBezTo>
                  <a:cubicBezTo>
                    <a:pt x="267" y="696"/>
                    <a:pt x="278" y="663"/>
                    <a:pt x="278" y="641"/>
                  </a:cubicBezTo>
                  <a:cubicBezTo>
                    <a:pt x="278" y="607"/>
                    <a:pt x="289" y="585"/>
                    <a:pt x="289" y="552"/>
                  </a:cubicBezTo>
                  <a:cubicBezTo>
                    <a:pt x="300" y="496"/>
                    <a:pt x="322" y="430"/>
                    <a:pt x="322" y="374"/>
                  </a:cubicBezTo>
                  <a:cubicBezTo>
                    <a:pt x="322" y="319"/>
                    <a:pt x="322" y="274"/>
                    <a:pt x="311" y="219"/>
                  </a:cubicBezTo>
                  <a:cubicBezTo>
                    <a:pt x="311" y="197"/>
                    <a:pt x="311" y="152"/>
                    <a:pt x="289" y="119"/>
                  </a:cubicBezTo>
                  <a:cubicBezTo>
                    <a:pt x="278" y="97"/>
                    <a:pt x="278" y="86"/>
                    <a:pt x="267" y="52"/>
                  </a:cubicBezTo>
                  <a:cubicBezTo>
                    <a:pt x="249" y="18"/>
                    <a:pt x="22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5799400" y="2927700"/>
              <a:ext cx="17125" cy="21850"/>
            </a:xfrm>
            <a:custGeom>
              <a:avLst/>
              <a:gdLst/>
              <a:ahLst/>
              <a:cxnLst/>
              <a:rect l="l" t="t" r="r" b="b"/>
              <a:pathLst>
                <a:path w="685" h="874" extrusionOk="0">
                  <a:moveTo>
                    <a:pt x="584" y="0"/>
                  </a:moveTo>
                  <a:cubicBezTo>
                    <a:pt x="557" y="0"/>
                    <a:pt x="529" y="10"/>
                    <a:pt x="507" y="33"/>
                  </a:cubicBezTo>
                  <a:cubicBezTo>
                    <a:pt x="485" y="66"/>
                    <a:pt x="451" y="77"/>
                    <a:pt x="429" y="110"/>
                  </a:cubicBezTo>
                  <a:lnTo>
                    <a:pt x="385" y="144"/>
                  </a:lnTo>
                  <a:cubicBezTo>
                    <a:pt x="374" y="166"/>
                    <a:pt x="351" y="188"/>
                    <a:pt x="340" y="199"/>
                  </a:cubicBezTo>
                  <a:cubicBezTo>
                    <a:pt x="329" y="232"/>
                    <a:pt x="296" y="255"/>
                    <a:pt x="285" y="288"/>
                  </a:cubicBezTo>
                  <a:lnTo>
                    <a:pt x="274" y="299"/>
                  </a:lnTo>
                  <a:cubicBezTo>
                    <a:pt x="263" y="310"/>
                    <a:pt x="263" y="332"/>
                    <a:pt x="240" y="343"/>
                  </a:cubicBezTo>
                  <a:cubicBezTo>
                    <a:pt x="218" y="366"/>
                    <a:pt x="207" y="399"/>
                    <a:pt x="174" y="421"/>
                  </a:cubicBezTo>
                  <a:cubicBezTo>
                    <a:pt x="163" y="454"/>
                    <a:pt x="129" y="465"/>
                    <a:pt x="118" y="499"/>
                  </a:cubicBezTo>
                  <a:lnTo>
                    <a:pt x="74" y="576"/>
                  </a:lnTo>
                  <a:cubicBezTo>
                    <a:pt x="74" y="587"/>
                    <a:pt x="63" y="610"/>
                    <a:pt x="63" y="621"/>
                  </a:cubicBezTo>
                  <a:cubicBezTo>
                    <a:pt x="52" y="632"/>
                    <a:pt x="52" y="643"/>
                    <a:pt x="52" y="676"/>
                  </a:cubicBezTo>
                  <a:cubicBezTo>
                    <a:pt x="41" y="698"/>
                    <a:pt x="41" y="732"/>
                    <a:pt x="19" y="754"/>
                  </a:cubicBezTo>
                  <a:cubicBezTo>
                    <a:pt x="0" y="818"/>
                    <a:pt x="49" y="874"/>
                    <a:pt x="110" y="874"/>
                  </a:cubicBezTo>
                  <a:cubicBezTo>
                    <a:pt x="124" y="874"/>
                    <a:pt x="138" y="871"/>
                    <a:pt x="152" y="865"/>
                  </a:cubicBezTo>
                  <a:cubicBezTo>
                    <a:pt x="229" y="843"/>
                    <a:pt x="296" y="809"/>
                    <a:pt x="374" y="776"/>
                  </a:cubicBezTo>
                  <a:cubicBezTo>
                    <a:pt x="440" y="743"/>
                    <a:pt x="485" y="698"/>
                    <a:pt x="507" y="643"/>
                  </a:cubicBezTo>
                  <a:cubicBezTo>
                    <a:pt x="540" y="621"/>
                    <a:pt x="551" y="576"/>
                    <a:pt x="562" y="554"/>
                  </a:cubicBezTo>
                  <a:cubicBezTo>
                    <a:pt x="607" y="476"/>
                    <a:pt x="629" y="421"/>
                    <a:pt x="662" y="354"/>
                  </a:cubicBezTo>
                  <a:cubicBezTo>
                    <a:pt x="673" y="310"/>
                    <a:pt x="684" y="288"/>
                    <a:pt x="684" y="243"/>
                  </a:cubicBezTo>
                  <a:lnTo>
                    <a:pt x="684" y="199"/>
                  </a:lnTo>
                  <a:lnTo>
                    <a:pt x="684" y="88"/>
                  </a:lnTo>
                  <a:cubicBezTo>
                    <a:pt x="684" y="37"/>
                    <a:pt x="636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5609525" y="2898125"/>
              <a:ext cx="11125" cy="13575"/>
            </a:xfrm>
            <a:custGeom>
              <a:avLst/>
              <a:gdLst/>
              <a:ahLst/>
              <a:cxnLst/>
              <a:rect l="l" t="t" r="r" b="b"/>
              <a:pathLst>
                <a:path w="445" h="543" extrusionOk="0">
                  <a:moveTo>
                    <a:pt x="336" y="1"/>
                  </a:moveTo>
                  <a:cubicBezTo>
                    <a:pt x="317" y="1"/>
                    <a:pt x="300" y="6"/>
                    <a:pt x="278" y="6"/>
                  </a:cubicBezTo>
                  <a:cubicBezTo>
                    <a:pt x="222" y="28"/>
                    <a:pt x="178" y="61"/>
                    <a:pt x="156" y="106"/>
                  </a:cubicBezTo>
                  <a:cubicBezTo>
                    <a:pt x="145" y="117"/>
                    <a:pt x="122" y="117"/>
                    <a:pt x="122" y="139"/>
                  </a:cubicBezTo>
                  <a:cubicBezTo>
                    <a:pt x="100" y="161"/>
                    <a:pt x="89" y="195"/>
                    <a:pt x="67" y="217"/>
                  </a:cubicBezTo>
                  <a:cubicBezTo>
                    <a:pt x="67" y="217"/>
                    <a:pt x="67" y="228"/>
                    <a:pt x="56" y="228"/>
                  </a:cubicBezTo>
                  <a:cubicBezTo>
                    <a:pt x="34" y="306"/>
                    <a:pt x="11" y="372"/>
                    <a:pt x="0" y="439"/>
                  </a:cubicBezTo>
                  <a:cubicBezTo>
                    <a:pt x="0" y="461"/>
                    <a:pt x="11" y="483"/>
                    <a:pt x="11" y="494"/>
                  </a:cubicBezTo>
                  <a:cubicBezTo>
                    <a:pt x="23" y="527"/>
                    <a:pt x="56" y="539"/>
                    <a:pt x="89" y="539"/>
                  </a:cubicBezTo>
                  <a:cubicBezTo>
                    <a:pt x="103" y="541"/>
                    <a:pt x="115" y="543"/>
                    <a:pt x="127" y="543"/>
                  </a:cubicBezTo>
                  <a:cubicBezTo>
                    <a:pt x="162" y="543"/>
                    <a:pt x="189" y="530"/>
                    <a:pt x="222" y="505"/>
                  </a:cubicBezTo>
                  <a:cubicBezTo>
                    <a:pt x="256" y="483"/>
                    <a:pt x="267" y="461"/>
                    <a:pt x="289" y="428"/>
                  </a:cubicBezTo>
                  <a:cubicBezTo>
                    <a:pt x="322" y="405"/>
                    <a:pt x="333" y="383"/>
                    <a:pt x="344" y="361"/>
                  </a:cubicBezTo>
                  <a:cubicBezTo>
                    <a:pt x="378" y="328"/>
                    <a:pt x="400" y="294"/>
                    <a:pt x="422" y="250"/>
                  </a:cubicBezTo>
                  <a:cubicBezTo>
                    <a:pt x="422" y="228"/>
                    <a:pt x="422" y="217"/>
                    <a:pt x="433" y="206"/>
                  </a:cubicBezTo>
                  <a:cubicBezTo>
                    <a:pt x="433" y="195"/>
                    <a:pt x="433" y="183"/>
                    <a:pt x="444" y="161"/>
                  </a:cubicBezTo>
                  <a:lnTo>
                    <a:pt x="444" y="150"/>
                  </a:lnTo>
                  <a:cubicBezTo>
                    <a:pt x="444" y="106"/>
                    <a:pt x="444" y="84"/>
                    <a:pt x="433" y="50"/>
                  </a:cubicBezTo>
                  <a:cubicBezTo>
                    <a:pt x="422" y="28"/>
                    <a:pt x="389" y="6"/>
                    <a:pt x="367" y="6"/>
                  </a:cubicBezTo>
                  <a:cubicBezTo>
                    <a:pt x="355" y="2"/>
                    <a:pt x="346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5953275" y="3025450"/>
              <a:ext cx="8350" cy="13600"/>
            </a:xfrm>
            <a:custGeom>
              <a:avLst/>
              <a:gdLst/>
              <a:ahLst/>
              <a:cxnLst/>
              <a:rect l="l" t="t" r="r" b="b"/>
              <a:pathLst>
                <a:path w="334" h="544" extrusionOk="0">
                  <a:moveTo>
                    <a:pt x="263" y="1"/>
                  </a:moveTo>
                  <a:cubicBezTo>
                    <a:pt x="243" y="1"/>
                    <a:pt x="224" y="9"/>
                    <a:pt x="212" y="29"/>
                  </a:cubicBezTo>
                  <a:cubicBezTo>
                    <a:pt x="167" y="85"/>
                    <a:pt x="123" y="118"/>
                    <a:pt x="78" y="173"/>
                  </a:cubicBezTo>
                  <a:lnTo>
                    <a:pt x="34" y="218"/>
                  </a:lnTo>
                  <a:cubicBezTo>
                    <a:pt x="23" y="229"/>
                    <a:pt x="23" y="262"/>
                    <a:pt x="23" y="273"/>
                  </a:cubicBezTo>
                  <a:cubicBezTo>
                    <a:pt x="23" y="284"/>
                    <a:pt x="12" y="306"/>
                    <a:pt x="12" y="329"/>
                  </a:cubicBezTo>
                  <a:cubicBezTo>
                    <a:pt x="1" y="362"/>
                    <a:pt x="1" y="384"/>
                    <a:pt x="1" y="417"/>
                  </a:cubicBezTo>
                  <a:cubicBezTo>
                    <a:pt x="1" y="473"/>
                    <a:pt x="45" y="528"/>
                    <a:pt x="101" y="540"/>
                  </a:cubicBezTo>
                  <a:cubicBezTo>
                    <a:pt x="114" y="542"/>
                    <a:pt x="127" y="544"/>
                    <a:pt x="141" y="544"/>
                  </a:cubicBezTo>
                  <a:cubicBezTo>
                    <a:pt x="186" y="544"/>
                    <a:pt x="233" y="529"/>
                    <a:pt x="267" y="495"/>
                  </a:cubicBezTo>
                  <a:cubicBezTo>
                    <a:pt x="267" y="473"/>
                    <a:pt x="278" y="451"/>
                    <a:pt x="289" y="429"/>
                  </a:cubicBezTo>
                  <a:cubicBezTo>
                    <a:pt x="289" y="406"/>
                    <a:pt x="300" y="395"/>
                    <a:pt x="300" y="373"/>
                  </a:cubicBezTo>
                  <a:cubicBezTo>
                    <a:pt x="311" y="362"/>
                    <a:pt x="311" y="329"/>
                    <a:pt x="334" y="318"/>
                  </a:cubicBezTo>
                  <a:lnTo>
                    <a:pt x="334" y="262"/>
                  </a:lnTo>
                  <a:lnTo>
                    <a:pt x="334" y="62"/>
                  </a:lnTo>
                  <a:cubicBezTo>
                    <a:pt x="334" y="27"/>
                    <a:pt x="297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1"/>
          <p:cNvSpPr txBox="1"/>
          <p:nvPr/>
        </p:nvSpPr>
        <p:spPr>
          <a:xfrm>
            <a:off x="-519197" y="3922715"/>
            <a:ext cx="3727447" cy="1082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Prepared by: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Viktorija Projkova 1/2022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David Naumovski 100/2022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Mihajlo Naumoski 101/2022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Table of </a:t>
            </a:r>
            <a:r>
              <a:rPr lang="en-US">
                <a:solidFill>
                  <a:schemeClr val="accent4"/>
                </a:solidFill>
              </a:rPr>
              <a:t>contents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53" name="Google Shape;653;p2"/>
          <p:cNvSpPr txBox="1">
            <a:spLocks noGrp="1"/>
          </p:cNvSpPr>
          <p:nvPr>
            <p:ph type="title" idx="5"/>
          </p:nvPr>
        </p:nvSpPr>
        <p:spPr>
          <a:xfrm>
            <a:off x="2385178" y="1344775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0">
                <a:solidFill>
                  <a:schemeClr val="accent4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01</a:t>
            </a:r>
            <a:endParaRPr b="0">
              <a:solidFill>
                <a:schemeClr val="accent4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54" name="Google Shape;654;p2"/>
          <p:cNvSpPr txBox="1">
            <a:spLocks noGrp="1"/>
          </p:cNvSpPr>
          <p:nvPr>
            <p:ph type="title" idx="6"/>
          </p:nvPr>
        </p:nvSpPr>
        <p:spPr>
          <a:xfrm>
            <a:off x="2385178" y="2854388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0">
                <a:solidFill>
                  <a:schemeClr val="accent4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03</a:t>
            </a:r>
            <a:endParaRPr b="0">
              <a:solidFill>
                <a:schemeClr val="accent4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55" name="Google Shape;655;p2"/>
          <p:cNvSpPr txBox="1">
            <a:spLocks noGrp="1"/>
          </p:cNvSpPr>
          <p:nvPr>
            <p:ph type="title" idx="7"/>
          </p:nvPr>
        </p:nvSpPr>
        <p:spPr>
          <a:xfrm>
            <a:off x="5773854" y="1344775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0">
                <a:solidFill>
                  <a:schemeClr val="accent4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02</a:t>
            </a:r>
            <a:endParaRPr b="0">
              <a:solidFill>
                <a:schemeClr val="accent4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56" name="Google Shape;656;p2"/>
          <p:cNvSpPr txBox="1">
            <a:spLocks noGrp="1"/>
          </p:cNvSpPr>
          <p:nvPr>
            <p:ph type="title" idx="8"/>
          </p:nvPr>
        </p:nvSpPr>
        <p:spPr>
          <a:xfrm>
            <a:off x="5773854" y="2854388"/>
            <a:ext cx="984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b="0">
                <a:solidFill>
                  <a:schemeClr val="accent4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04</a:t>
            </a:r>
            <a:endParaRPr b="0">
              <a:solidFill>
                <a:schemeClr val="accent4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57" name="Google Shape;657;p2"/>
          <p:cNvSpPr txBox="1">
            <a:spLocks noGrp="1"/>
          </p:cNvSpPr>
          <p:nvPr>
            <p:ph type="subTitle" idx="9"/>
          </p:nvPr>
        </p:nvSpPr>
        <p:spPr>
          <a:xfrm>
            <a:off x="1332962" y="2208612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2"/>
                </a:solidFill>
              </a:rPr>
              <a:t>Introduction to YOLO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58" name="Google Shape;658;p2"/>
          <p:cNvSpPr txBox="1">
            <a:spLocks noGrp="1"/>
          </p:cNvSpPr>
          <p:nvPr>
            <p:ph type="subTitle" idx="13"/>
          </p:nvPr>
        </p:nvSpPr>
        <p:spPr>
          <a:xfrm>
            <a:off x="4721638" y="190416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2"/>
                </a:solidFill>
              </a:rPr>
              <a:t>Dataset description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59" name="Google Shape;659;p2"/>
          <p:cNvSpPr txBox="1">
            <a:spLocks noGrp="1"/>
          </p:cNvSpPr>
          <p:nvPr>
            <p:ph type="subTitle" idx="14"/>
          </p:nvPr>
        </p:nvSpPr>
        <p:spPr>
          <a:xfrm>
            <a:off x="1332962" y="368506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2"/>
                </a:solidFill>
              </a:rPr>
              <a:t>Model comparison &amp; LLM integration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60" name="Google Shape;660;p2"/>
          <p:cNvSpPr txBox="1">
            <a:spLocks noGrp="1"/>
          </p:cNvSpPr>
          <p:nvPr>
            <p:ph type="subTitle" idx="15"/>
          </p:nvPr>
        </p:nvSpPr>
        <p:spPr>
          <a:xfrm>
            <a:off x="4721638" y="3413849"/>
            <a:ext cx="30894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lt2"/>
                </a:solidFill>
              </a:rPr>
              <a:t>Conclusion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"/>
          <p:cNvSpPr txBox="1">
            <a:spLocks noGrp="1"/>
          </p:cNvSpPr>
          <p:nvPr>
            <p:ph type="title"/>
          </p:nvPr>
        </p:nvSpPr>
        <p:spPr>
          <a:xfrm>
            <a:off x="1819046" y="1818349"/>
            <a:ext cx="5927248" cy="198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Introduction to YOLO models</a:t>
            </a:r>
            <a:endParaRPr/>
          </a:p>
        </p:txBody>
      </p:sp>
      <p:sp>
        <p:nvSpPr>
          <p:cNvPr id="666" name="Google Shape;666;p3"/>
          <p:cNvSpPr txBox="1">
            <a:spLocks noGrp="1"/>
          </p:cNvSpPr>
          <p:nvPr>
            <p:ph type="title" idx="2"/>
          </p:nvPr>
        </p:nvSpPr>
        <p:spPr>
          <a:xfrm>
            <a:off x="3975900" y="1378225"/>
            <a:ext cx="11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01</a:t>
            </a:r>
            <a:endParaRPr/>
          </a:p>
        </p:txBody>
      </p:sp>
      <p:grpSp>
        <p:nvGrpSpPr>
          <p:cNvPr id="667" name="Google Shape;667;p3"/>
          <p:cNvGrpSpPr/>
          <p:nvPr/>
        </p:nvGrpSpPr>
        <p:grpSpPr>
          <a:xfrm flipH="1">
            <a:off x="7046691" y="3770731"/>
            <a:ext cx="1560527" cy="2051653"/>
            <a:chOff x="4434525" y="1766000"/>
            <a:chExt cx="627625" cy="825150"/>
          </a:xfrm>
        </p:grpSpPr>
        <p:sp>
          <p:nvSpPr>
            <p:cNvPr id="668" name="Google Shape;668;p3"/>
            <p:cNvSpPr/>
            <p:nvPr/>
          </p:nvSpPr>
          <p:spPr>
            <a:xfrm>
              <a:off x="4712525" y="2110875"/>
              <a:ext cx="314375" cy="480275"/>
            </a:xfrm>
            <a:custGeom>
              <a:avLst/>
              <a:gdLst/>
              <a:ahLst/>
              <a:cxnLst/>
              <a:rect l="l" t="t" r="r" b="b"/>
              <a:pathLst>
                <a:path w="12575" h="19211" extrusionOk="0">
                  <a:moveTo>
                    <a:pt x="3430" y="0"/>
                  </a:moveTo>
                  <a:cubicBezTo>
                    <a:pt x="3186" y="49"/>
                    <a:pt x="2937" y="80"/>
                    <a:pt x="2685" y="80"/>
                  </a:cubicBezTo>
                  <a:cubicBezTo>
                    <a:pt x="2593" y="80"/>
                    <a:pt x="2501" y="76"/>
                    <a:pt x="2409" y="67"/>
                  </a:cubicBezTo>
                  <a:cubicBezTo>
                    <a:pt x="2405" y="66"/>
                    <a:pt x="2401" y="65"/>
                    <a:pt x="2398" y="65"/>
                  </a:cubicBezTo>
                  <a:cubicBezTo>
                    <a:pt x="2361" y="65"/>
                    <a:pt x="2343" y="113"/>
                    <a:pt x="2353" y="133"/>
                  </a:cubicBezTo>
                  <a:cubicBezTo>
                    <a:pt x="2353" y="155"/>
                    <a:pt x="2365" y="167"/>
                    <a:pt x="2365" y="167"/>
                  </a:cubicBezTo>
                  <a:cubicBezTo>
                    <a:pt x="2453" y="744"/>
                    <a:pt x="2564" y="1332"/>
                    <a:pt x="2731" y="1898"/>
                  </a:cubicBezTo>
                  <a:cubicBezTo>
                    <a:pt x="2875" y="2464"/>
                    <a:pt x="3064" y="3019"/>
                    <a:pt x="3263" y="3574"/>
                  </a:cubicBezTo>
                  <a:cubicBezTo>
                    <a:pt x="3541" y="4339"/>
                    <a:pt x="3852" y="5094"/>
                    <a:pt x="4185" y="5838"/>
                  </a:cubicBezTo>
                  <a:cubicBezTo>
                    <a:pt x="3707" y="5294"/>
                    <a:pt x="3230" y="4761"/>
                    <a:pt x="2742" y="4239"/>
                  </a:cubicBezTo>
                  <a:cubicBezTo>
                    <a:pt x="2098" y="3562"/>
                    <a:pt x="1454" y="2886"/>
                    <a:pt x="744" y="2286"/>
                  </a:cubicBezTo>
                  <a:cubicBezTo>
                    <a:pt x="719" y="2278"/>
                    <a:pt x="706" y="2257"/>
                    <a:pt x="692" y="2257"/>
                  </a:cubicBezTo>
                  <a:cubicBezTo>
                    <a:pt x="688" y="2257"/>
                    <a:pt x="683" y="2259"/>
                    <a:pt x="678" y="2264"/>
                  </a:cubicBezTo>
                  <a:cubicBezTo>
                    <a:pt x="611" y="2275"/>
                    <a:pt x="567" y="2342"/>
                    <a:pt x="533" y="2375"/>
                  </a:cubicBezTo>
                  <a:cubicBezTo>
                    <a:pt x="478" y="2430"/>
                    <a:pt x="422" y="2486"/>
                    <a:pt x="367" y="2553"/>
                  </a:cubicBezTo>
                  <a:cubicBezTo>
                    <a:pt x="267" y="2675"/>
                    <a:pt x="167" y="2797"/>
                    <a:pt x="56" y="2908"/>
                  </a:cubicBezTo>
                  <a:lnTo>
                    <a:pt x="1" y="2963"/>
                  </a:lnTo>
                  <a:cubicBezTo>
                    <a:pt x="12" y="3052"/>
                    <a:pt x="34" y="3107"/>
                    <a:pt x="89" y="3174"/>
                  </a:cubicBezTo>
                  <a:cubicBezTo>
                    <a:pt x="322" y="3451"/>
                    <a:pt x="522" y="3773"/>
                    <a:pt x="744" y="4051"/>
                  </a:cubicBezTo>
                  <a:cubicBezTo>
                    <a:pt x="1688" y="5227"/>
                    <a:pt x="2586" y="6437"/>
                    <a:pt x="3408" y="7702"/>
                  </a:cubicBezTo>
                  <a:cubicBezTo>
                    <a:pt x="4240" y="8956"/>
                    <a:pt x="5017" y="10266"/>
                    <a:pt x="5749" y="11586"/>
                  </a:cubicBezTo>
                  <a:cubicBezTo>
                    <a:pt x="6426" y="12807"/>
                    <a:pt x="7081" y="14050"/>
                    <a:pt x="7725" y="15315"/>
                  </a:cubicBezTo>
                  <a:cubicBezTo>
                    <a:pt x="8272" y="16398"/>
                    <a:pt x="8901" y="19210"/>
                    <a:pt x="10464" y="19210"/>
                  </a:cubicBezTo>
                  <a:cubicBezTo>
                    <a:pt x="10519" y="19210"/>
                    <a:pt x="10575" y="19207"/>
                    <a:pt x="10632" y="19199"/>
                  </a:cubicBezTo>
                  <a:cubicBezTo>
                    <a:pt x="11187" y="19133"/>
                    <a:pt x="11776" y="18866"/>
                    <a:pt x="12197" y="18500"/>
                  </a:cubicBezTo>
                  <a:cubicBezTo>
                    <a:pt x="12397" y="18334"/>
                    <a:pt x="12552" y="18112"/>
                    <a:pt x="12552" y="17868"/>
                  </a:cubicBezTo>
                  <a:cubicBezTo>
                    <a:pt x="12575" y="17324"/>
                    <a:pt x="12242" y="16858"/>
                    <a:pt x="11975" y="16414"/>
                  </a:cubicBezTo>
                  <a:cubicBezTo>
                    <a:pt x="11665" y="15859"/>
                    <a:pt x="11343" y="15282"/>
                    <a:pt x="11032" y="14727"/>
                  </a:cubicBezTo>
                  <a:cubicBezTo>
                    <a:pt x="10144" y="13096"/>
                    <a:pt x="9334" y="11431"/>
                    <a:pt x="8624" y="9711"/>
                  </a:cubicBezTo>
                  <a:cubicBezTo>
                    <a:pt x="8280" y="8856"/>
                    <a:pt x="7958" y="8013"/>
                    <a:pt x="7680" y="7136"/>
                  </a:cubicBezTo>
                  <a:cubicBezTo>
                    <a:pt x="7403" y="6281"/>
                    <a:pt x="7148" y="5394"/>
                    <a:pt x="6959" y="4506"/>
                  </a:cubicBezTo>
                  <a:cubicBezTo>
                    <a:pt x="6837" y="3962"/>
                    <a:pt x="6726" y="3418"/>
                    <a:pt x="6648" y="2886"/>
                  </a:cubicBezTo>
                  <a:cubicBezTo>
                    <a:pt x="6615" y="2519"/>
                    <a:pt x="6571" y="2164"/>
                    <a:pt x="6471" y="1831"/>
                  </a:cubicBezTo>
                  <a:cubicBezTo>
                    <a:pt x="6460" y="1765"/>
                    <a:pt x="6371" y="1776"/>
                    <a:pt x="6315" y="1765"/>
                  </a:cubicBezTo>
                  <a:cubicBezTo>
                    <a:pt x="6267" y="1756"/>
                    <a:pt x="6218" y="1752"/>
                    <a:pt x="6168" y="1752"/>
                  </a:cubicBezTo>
                  <a:cubicBezTo>
                    <a:pt x="6035" y="1752"/>
                    <a:pt x="5898" y="1776"/>
                    <a:pt x="5760" y="1776"/>
                  </a:cubicBezTo>
                  <a:cubicBezTo>
                    <a:pt x="5738" y="1776"/>
                    <a:pt x="5694" y="1776"/>
                    <a:pt x="5683" y="1820"/>
                  </a:cubicBezTo>
                  <a:cubicBezTo>
                    <a:pt x="5649" y="1898"/>
                    <a:pt x="5683" y="1998"/>
                    <a:pt x="5683" y="2075"/>
                  </a:cubicBezTo>
                  <a:cubicBezTo>
                    <a:pt x="5727" y="2453"/>
                    <a:pt x="5705" y="2830"/>
                    <a:pt x="5727" y="3185"/>
                  </a:cubicBezTo>
                  <a:cubicBezTo>
                    <a:pt x="5738" y="3562"/>
                    <a:pt x="5783" y="3940"/>
                    <a:pt x="5816" y="4295"/>
                  </a:cubicBezTo>
                  <a:cubicBezTo>
                    <a:pt x="5960" y="5349"/>
                    <a:pt x="6171" y="6381"/>
                    <a:pt x="6426" y="7402"/>
                  </a:cubicBezTo>
                  <a:cubicBezTo>
                    <a:pt x="6171" y="6836"/>
                    <a:pt x="5905" y="6270"/>
                    <a:pt x="5649" y="5682"/>
                  </a:cubicBezTo>
                  <a:cubicBezTo>
                    <a:pt x="5261" y="4783"/>
                    <a:pt x="4873" y="3884"/>
                    <a:pt x="4540" y="2952"/>
                  </a:cubicBezTo>
                  <a:cubicBezTo>
                    <a:pt x="4362" y="2486"/>
                    <a:pt x="4207" y="2009"/>
                    <a:pt x="4040" y="1543"/>
                  </a:cubicBezTo>
                  <a:cubicBezTo>
                    <a:pt x="3896" y="1077"/>
                    <a:pt x="3763" y="599"/>
                    <a:pt x="3563" y="155"/>
                  </a:cubicBezTo>
                  <a:cubicBezTo>
                    <a:pt x="3541" y="111"/>
                    <a:pt x="3519" y="67"/>
                    <a:pt x="3485" y="22"/>
                  </a:cubicBezTo>
                  <a:cubicBezTo>
                    <a:pt x="3485" y="11"/>
                    <a:pt x="3474" y="0"/>
                    <a:pt x="3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4434525" y="1766000"/>
              <a:ext cx="627625" cy="498675"/>
            </a:xfrm>
            <a:custGeom>
              <a:avLst/>
              <a:gdLst/>
              <a:ahLst/>
              <a:cxnLst/>
              <a:rect l="l" t="t" r="r" b="b"/>
              <a:pathLst>
                <a:path w="25105" h="19947" extrusionOk="0">
                  <a:moveTo>
                    <a:pt x="13817" y="0"/>
                  </a:moveTo>
                  <a:cubicBezTo>
                    <a:pt x="12952" y="11"/>
                    <a:pt x="12164" y="422"/>
                    <a:pt x="11542" y="988"/>
                  </a:cubicBezTo>
                  <a:cubicBezTo>
                    <a:pt x="11098" y="1388"/>
                    <a:pt x="10710" y="1954"/>
                    <a:pt x="10455" y="2586"/>
                  </a:cubicBezTo>
                  <a:cubicBezTo>
                    <a:pt x="10421" y="2553"/>
                    <a:pt x="10388" y="2508"/>
                    <a:pt x="10333" y="2486"/>
                  </a:cubicBezTo>
                  <a:cubicBezTo>
                    <a:pt x="10044" y="2275"/>
                    <a:pt x="9722" y="2098"/>
                    <a:pt x="9378" y="1987"/>
                  </a:cubicBezTo>
                  <a:cubicBezTo>
                    <a:pt x="9051" y="1874"/>
                    <a:pt x="8703" y="1816"/>
                    <a:pt x="8355" y="1816"/>
                  </a:cubicBezTo>
                  <a:cubicBezTo>
                    <a:pt x="7480" y="1816"/>
                    <a:pt x="6610" y="2180"/>
                    <a:pt x="6093" y="2919"/>
                  </a:cubicBezTo>
                  <a:cubicBezTo>
                    <a:pt x="5727" y="3419"/>
                    <a:pt x="5538" y="4073"/>
                    <a:pt x="5627" y="4695"/>
                  </a:cubicBezTo>
                  <a:cubicBezTo>
                    <a:pt x="5649" y="4750"/>
                    <a:pt x="5660" y="4784"/>
                    <a:pt x="5660" y="4828"/>
                  </a:cubicBezTo>
                  <a:cubicBezTo>
                    <a:pt x="5660" y="4828"/>
                    <a:pt x="5455" y="4817"/>
                    <a:pt x="5198" y="4817"/>
                  </a:cubicBezTo>
                  <a:cubicBezTo>
                    <a:pt x="4942" y="4817"/>
                    <a:pt x="4634" y="4828"/>
                    <a:pt x="4429" y="4872"/>
                  </a:cubicBezTo>
                  <a:cubicBezTo>
                    <a:pt x="4051" y="4939"/>
                    <a:pt x="3707" y="5128"/>
                    <a:pt x="3408" y="5327"/>
                  </a:cubicBezTo>
                  <a:cubicBezTo>
                    <a:pt x="2842" y="5749"/>
                    <a:pt x="2431" y="6404"/>
                    <a:pt x="2320" y="7092"/>
                  </a:cubicBezTo>
                  <a:cubicBezTo>
                    <a:pt x="2242" y="7480"/>
                    <a:pt x="2264" y="7880"/>
                    <a:pt x="2342" y="8290"/>
                  </a:cubicBezTo>
                  <a:cubicBezTo>
                    <a:pt x="2375" y="8400"/>
                    <a:pt x="2676" y="9346"/>
                    <a:pt x="2823" y="9346"/>
                  </a:cubicBezTo>
                  <a:cubicBezTo>
                    <a:pt x="2824" y="9346"/>
                    <a:pt x="2826" y="9346"/>
                    <a:pt x="2827" y="9345"/>
                  </a:cubicBezTo>
                  <a:lnTo>
                    <a:pt x="2827" y="9345"/>
                  </a:lnTo>
                  <a:cubicBezTo>
                    <a:pt x="2761" y="9357"/>
                    <a:pt x="2685" y="9379"/>
                    <a:pt x="2620" y="9400"/>
                  </a:cubicBezTo>
                  <a:cubicBezTo>
                    <a:pt x="1099" y="9922"/>
                    <a:pt x="0" y="11908"/>
                    <a:pt x="1144" y="13296"/>
                  </a:cubicBezTo>
                  <a:cubicBezTo>
                    <a:pt x="1599" y="13839"/>
                    <a:pt x="2220" y="14283"/>
                    <a:pt x="2897" y="14561"/>
                  </a:cubicBezTo>
                  <a:cubicBezTo>
                    <a:pt x="2875" y="14616"/>
                    <a:pt x="2842" y="14672"/>
                    <a:pt x="2830" y="14727"/>
                  </a:cubicBezTo>
                  <a:cubicBezTo>
                    <a:pt x="2198" y="16503"/>
                    <a:pt x="3552" y="18256"/>
                    <a:pt x="5117" y="18956"/>
                  </a:cubicBezTo>
                  <a:cubicBezTo>
                    <a:pt x="5491" y="19116"/>
                    <a:pt x="5873" y="19205"/>
                    <a:pt x="6261" y="19205"/>
                  </a:cubicBezTo>
                  <a:cubicBezTo>
                    <a:pt x="6357" y="19205"/>
                    <a:pt x="6452" y="19200"/>
                    <a:pt x="6548" y="19189"/>
                  </a:cubicBezTo>
                  <a:cubicBezTo>
                    <a:pt x="6615" y="19255"/>
                    <a:pt x="6704" y="19322"/>
                    <a:pt x="6781" y="19399"/>
                  </a:cubicBezTo>
                  <a:cubicBezTo>
                    <a:pt x="7283" y="19776"/>
                    <a:pt x="7977" y="19946"/>
                    <a:pt x="8646" y="19946"/>
                  </a:cubicBezTo>
                  <a:cubicBezTo>
                    <a:pt x="8983" y="19946"/>
                    <a:pt x="9314" y="19903"/>
                    <a:pt x="9611" y="19821"/>
                  </a:cubicBezTo>
                  <a:cubicBezTo>
                    <a:pt x="10643" y="19544"/>
                    <a:pt x="11576" y="18789"/>
                    <a:pt x="11853" y="17735"/>
                  </a:cubicBezTo>
                  <a:cubicBezTo>
                    <a:pt x="11886" y="17591"/>
                    <a:pt x="12086" y="16570"/>
                    <a:pt x="11931" y="16492"/>
                  </a:cubicBezTo>
                  <a:lnTo>
                    <a:pt x="11931" y="16492"/>
                  </a:lnTo>
                  <a:cubicBezTo>
                    <a:pt x="11975" y="16514"/>
                    <a:pt x="12008" y="16536"/>
                    <a:pt x="12075" y="16547"/>
                  </a:cubicBezTo>
                  <a:cubicBezTo>
                    <a:pt x="12540" y="16718"/>
                    <a:pt x="13046" y="16822"/>
                    <a:pt x="13551" y="16822"/>
                  </a:cubicBezTo>
                  <a:cubicBezTo>
                    <a:pt x="13866" y="16822"/>
                    <a:pt x="14180" y="16781"/>
                    <a:pt x="14483" y="16692"/>
                  </a:cubicBezTo>
                  <a:cubicBezTo>
                    <a:pt x="15182" y="16481"/>
                    <a:pt x="15715" y="15981"/>
                    <a:pt x="16015" y="15382"/>
                  </a:cubicBezTo>
                  <a:cubicBezTo>
                    <a:pt x="16492" y="16203"/>
                    <a:pt x="17180" y="16847"/>
                    <a:pt x="18068" y="17235"/>
                  </a:cubicBezTo>
                  <a:cubicBezTo>
                    <a:pt x="18528" y="17432"/>
                    <a:pt x="19025" y="17546"/>
                    <a:pt x="19519" y="17546"/>
                  </a:cubicBezTo>
                  <a:cubicBezTo>
                    <a:pt x="19921" y="17546"/>
                    <a:pt x="20321" y="17471"/>
                    <a:pt x="20698" y="17302"/>
                  </a:cubicBezTo>
                  <a:cubicBezTo>
                    <a:pt x="21286" y="17036"/>
                    <a:pt x="21764" y="16570"/>
                    <a:pt x="21986" y="15970"/>
                  </a:cubicBezTo>
                  <a:cubicBezTo>
                    <a:pt x="22245" y="16051"/>
                    <a:pt x="22515" y="16101"/>
                    <a:pt x="22781" y="16101"/>
                  </a:cubicBezTo>
                  <a:cubicBezTo>
                    <a:pt x="23062" y="16101"/>
                    <a:pt x="23338" y="16046"/>
                    <a:pt x="23595" y="15915"/>
                  </a:cubicBezTo>
                  <a:cubicBezTo>
                    <a:pt x="24161" y="15637"/>
                    <a:pt x="24427" y="15071"/>
                    <a:pt x="24538" y="14483"/>
                  </a:cubicBezTo>
                  <a:cubicBezTo>
                    <a:pt x="24649" y="13906"/>
                    <a:pt x="24571" y="13329"/>
                    <a:pt x="24205" y="12863"/>
                  </a:cubicBezTo>
                  <a:cubicBezTo>
                    <a:pt x="24105" y="12741"/>
                    <a:pt x="23994" y="12608"/>
                    <a:pt x="23872" y="12508"/>
                  </a:cubicBezTo>
                  <a:cubicBezTo>
                    <a:pt x="24250" y="12319"/>
                    <a:pt x="24538" y="11986"/>
                    <a:pt x="24716" y="11598"/>
                  </a:cubicBezTo>
                  <a:cubicBezTo>
                    <a:pt x="25037" y="10921"/>
                    <a:pt x="25104" y="10066"/>
                    <a:pt x="24960" y="9323"/>
                  </a:cubicBezTo>
                  <a:cubicBezTo>
                    <a:pt x="24816" y="8635"/>
                    <a:pt x="24383" y="8069"/>
                    <a:pt x="23817" y="7669"/>
                  </a:cubicBezTo>
                  <a:cubicBezTo>
                    <a:pt x="23295" y="7314"/>
                    <a:pt x="22585" y="6981"/>
                    <a:pt x="21863" y="6881"/>
                  </a:cubicBezTo>
                  <a:cubicBezTo>
                    <a:pt x="22385" y="5749"/>
                    <a:pt x="21997" y="4295"/>
                    <a:pt x="21098" y="3341"/>
                  </a:cubicBezTo>
                  <a:cubicBezTo>
                    <a:pt x="20476" y="2697"/>
                    <a:pt x="19599" y="2220"/>
                    <a:pt x="18701" y="2164"/>
                  </a:cubicBezTo>
                  <a:cubicBezTo>
                    <a:pt x="18651" y="2162"/>
                    <a:pt x="18601" y="2161"/>
                    <a:pt x="18551" y="2161"/>
                  </a:cubicBezTo>
                  <a:cubicBezTo>
                    <a:pt x="18140" y="2161"/>
                    <a:pt x="17714" y="2243"/>
                    <a:pt x="17358" y="2431"/>
                  </a:cubicBezTo>
                  <a:cubicBezTo>
                    <a:pt x="17358" y="2431"/>
                    <a:pt x="17213" y="1931"/>
                    <a:pt x="16869" y="1487"/>
                  </a:cubicBezTo>
                  <a:cubicBezTo>
                    <a:pt x="16636" y="1177"/>
                    <a:pt x="16326" y="899"/>
                    <a:pt x="16026" y="700"/>
                  </a:cubicBezTo>
                  <a:cubicBezTo>
                    <a:pt x="15393" y="278"/>
                    <a:pt x="14583" y="0"/>
                    <a:pt x="13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4802150" y="2277325"/>
              <a:ext cx="143725" cy="255000"/>
            </a:xfrm>
            <a:custGeom>
              <a:avLst/>
              <a:gdLst/>
              <a:ahLst/>
              <a:cxnLst/>
              <a:rect l="l" t="t" r="r" b="b"/>
              <a:pathLst>
                <a:path w="5749" h="10200" fill="none" extrusionOk="0">
                  <a:moveTo>
                    <a:pt x="5749" y="10200"/>
                  </a:moveTo>
                  <a:cubicBezTo>
                    <a:pt x="4506" y="7037"/>
                    <a:pt x="2109" y="2764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4882875" y="2253475"/>
              <a:ext cx="39700" cy="108775"/>
            </a:xfrm>
            <a:custGeom>
              <a:avLst/>
              <a:gdLst/>
              <a:ahLst/>
              <a:cxnLst/>
              <a:rect l="l" t="t" r="r" b="b"/>
              <a:pathLst>
                <a:path w="1588" h="4351" fill="none" extrusionOk="0">
                  <a:moveTo>
                    <a:pt x="1588" y="4351"/>
                  </a:moveTo>
                  <a:cubicBezTo>
                    <a:pt x="889" y="2964"/>
                    <a:pt x="367" y="1499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4553825" y="1859775"/>
              <a:ext cx="379850" cy="217000"/>
            </a:xfrm>
            <a:custGeom>
              <a:avLst/>
              <a:gdLst/>
              <a:ahLst/>
              <a:cxnLst/>
              <a:rect l="l" t="t" r="r" b="b"/>
              <a:pathLst>
                <a:path w="15194" h="8680" fill="none" extrusionOk="0">
                  <a:moveTo>
                    <a:pt x="15049" y="4983"/>
                  </a:moveTo>
                  <a:cubicBezTo>
                    <a:pt x="15194" y="4107"/>
                    <a:pt x="14805" y="3174"/>
                    <a:pt x="14095" y="2653"/>
                  </a:cubicBezTo>
                  <a:cubicBezTo>
                    <a:pt x="13385" y="2120"/>
                    <a:pt x="12375" y="2031"/>
                    <a:pt x="11587" y="2431"/>
                  </a:cubicBezTo>
                  <a:cubicBezTo>
                    <a:pt x="11354" y="1454"/>
                    <a:pt x="10655" y="555"/>
                    <a:pt x="9689" y="278"/>
                  </a:cubicBezTo>
                  <a:cubicBezTo>
                    <a:pt x="8713" y="0"/>
                    <a:pt x="7547" y="478"/>
                    <a:pt x="7225" y="1443"/>
                  </a:cubicBezTo>
                  <a:cubicBezTo>
                    <a:pt x="6770" y="578"/>
                    <a:pt x="5450" y="333"/>
                    <a:pt x="4728" y="977"/>
                  </a:cubicBezTo>
                  <a:cubicBezTo>
                    <a:pt x="3996" y="1632"/>
                    <a:pt x="4085" y="2964"/>
                    <a:pt x="4884" y="3518"/>
                  </a:cubicBezTo>
                  <a:cubicBezTo>
                    <a:pt x="4440" y="3341"/>
                    <a:pt x="3974" y="3208"/>
                    <a:pt x="3496" y="3263"/>
                  </a:cubicBezTo>
                  <a:cubicBezTo>
                    <a:pt x="3019" y="3319"/>
                    <a:pt x="2553" y="3563"/>
                    <a:pt x="2342" y="3996"/>
                  </a:cubicBezTo>
                  <a:cubicBezTo>
                    <a:pt x="2143" y="4429"/>
                    <a:pt x="2287" y="5017"/>
                    <a:pt x="2709" y="5228"/>
                  </a:cubicBezTo>
                  <a:cubicBezTo>
                    <a:pt x="1798" y="4884"/>
                    <a:pt x="666" y="5405"/>
                    <a:pt x="334" y="6315"/>
                  </a:cubicBezTo>
                  <a:cubicBezTo>
                    <a:pt x="1" y="7214"/>
                    <a:pt x="511" y="8346"/>
                    <a:pt x="1410" y="867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4832100" y="2048725"/>
              <a:ext cx="160400" cy="82975"/>
            </a:xfrm>
            <a:custGeom>
              <a:avLst/>
              <a:gdLst/>
              <a:ahLst/>
              <a:cxnLst/>
              <a:rect l="l" t="t" r="r" b="b"/>
              <a:pathLst>
                <a:path w="6416" h="3319" fill="none" extrusionOk="0">
                  <a:moveTo>
                    <a:pt x="6282" y="3318"/>
                  </a:moveTo>
                  <a:cubicBezTo>
                    <a:pt x="6415" y="2897"/>
                    <a:pt x="6271" y="2397"/>
                    <a:pt x="5916" y="2120"/>
                  </a:cubicBezTo>
                  <a:cubicBezTo>
                    <a:pt x="5572" y="1842"/>
                    <a:pt x="5062" y="1809"/>
                    <a:pt x="4684" y="2009"/>
                  </a:cubicBezTo>
                  <a:cubicBezTo>
                    <a:pt x="4740" y="1210"/>
                    <a:pt x="4218" y="400"/>
                    <a:pt x="3463" y="144"/>
                  </a:cubicBezTo>
                  <a:cubicBezTo>
                    <a:pt x="3086" y="0"/>
                    <a:pt x="2642" y="0"/>
                    <a:pt x="2287" y="200"/>
                  </a:cubicBezTo>
                  <a:cubicBezTo>
                    <a:pt x="1921" y="389"/>
                    <a:pt x="1677" y="777"/>
                    <a:pt x="1699" y="1176"/>
                  </a:cubicBezTo>
                  <a:cubicBezTo>
                    <a:pt x="1521" y="788"/>
                    <a:pt x="1000" y="599"/>
                    <a:pt x="589" y="766"/>
                  </a:cubicBezTo>
                  <a:cubicBezTo>
                    <a:pt x="190" y="943"/>
                    <a:pt x="1" y="1476"/>
                    <a:pt x="178" y="18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4587125" y="2105600"/>
              <a:ext cx="115450" cy="114050"/>
            </a:xfrm>
            <a:custGeom>
              <a:avLst/>
              <a:gdLst/>
              <a:ahLst/>
              <a:cxnLst/>
              <a:rect l="l" t="t" r="r" b="b"/>
              <a:pathLst>
                <a:path w="4618" h="4562" fill="none" extrusionOk="0">
                  <a:moveTo>
                    <a:pt x="4617" y="1066"/>
                  </a:moveTo>
                  <a:cubicBezTo>
                    <a:pt x="4473" y="766"/>
                    <a:pt x="4140" y="555"/>
                    <a:pt x="3796" y="544"/>
                  </a:cubicBezTo>
                  <a:cubicBezTo>
                    <a:pt x="3463" y="533"/>
                    <a:pt x="3119" y="710"/>
                    <a:pt x="2941" y="999"/>
                  </a:cubicBezTo>
                  <a:cubicBezTo>
                    <a:pt x="2886" y="555"/>
                    <a:pt x="2298" y="144"/>
                    <a:pt x="1887" y="89"/>
                  </a:cubicBezTo>
                  <a:cubicBezTo>
                    <a:pt x="1254" y="0"/>
                    <a:pt x="544" y="333"/>
                    <a:pt x="278" y="944"/>
                  </a:cubicBezTo>
                  <a:cubicBezTo>
                    <a:pt x="0" y="1620"/>
                    <a:pt x="400" y="2397"/>
                    <a:pt x="1010" y="2752"/>
                  </a:cubicBezTo>
                  <a:cubicBezTo>
                    <a:pt x="611" y="2697"/>
                    <a:pt x="267" y="3108"/>
                    <a:pt x="267" y="3529"/>
                  </a:cubicBezTo>
                  <a:cubicBezTo>
                    <a:pt x="267" y="3940"/>
                    <a:pt x="511" y="4284"/>
                    <a:pt x="822" y="456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4925325" y="2407350"/>
              <a:ext cx="66900" cy="119750"/>
            </a:xfrm>
            <a:custGeom>
              <a:avLst/>
              <a:gdLst/>
              <a:ahLst/>
              <a:cxnLst/>
              <a:rect l="l" t="t" r="r" b="b"/>
              <a:pathLst>
                <a:path w="2676" h="4790" extrusionOk="0">
                  <a:moveTo>
                    <a:pt x="139" y="1"/>
                  </a:moveTo>
                  <a:cubicBezTo>
                    <a:pt x="63" y="1"/>
                    <a:pt x="8" y="61"/>
                    <a:pt x="1" y="227"/>
                  </a:cubicBezTo>
                  <a:cubicBezTo>
                    <a:pt x="1" y="315"/>
                    <a:pt x="23" y="415"/>
                    <a:pt x="56" y="504"/>
                  </a:cubicBezTo>
                  <a:cubicBezTo>
                    <a:pt x="400" y="1514"/>
                    <a:pt x="844" y="2502"/>
                    <a:pt x="1377" y="3412"/>
                  </a:cubicBezTo>
                  <a:cubicBezTo>
                    <a:pt x="1610" y="3833"/>
                    <a:pt x="1843" y="4300"/>
                    <a:pt x="2165" y="4633"/>
                  </a:cubicBezTo>
                  <a:cubicBezTo>
                    <a:pt x="2256" y="4734"/>
                    <a:pt x="2357" y="4789"/>
                    <a:pt x="2442" y="4789"/>
                  </a:cubicBezTo>
                  <a:cubicBezTo>
                    <a:pt x="2449" y="4789"/>
                    <a:pt x="2457" y="4789"/>
                    <a:pt x="2465" y="4788"/>
                  </a:cubicBezTo>
                  <a:cubicBezTo>
                    <a:pt x="2553" y="4777"/>
                    <a:pt x="2620" y="4688"/>
                    <a:pt x="2653" y="4610"/>
                  </a:cubicBezTo>
                  <a:cubicBezTo>
                    <a:pt x="2675" y="4522"/>
                    <a:pt x="2664" y="4422"/>
                    <a:pt x="2653" y="4344"/>
                  </a:cubicBezTo>
                  <a:cubicBezTo>
                    <a:pt x="2509" y="3623"/>
                    <a:pt x="2209" y="2946"/>
                    <a:pt x="1843" y="2302"/>
                  </a:cubicBezTo>
                  <a:cubicBezTo>
                    <a:pt x="1488" y="1647"/>
                    <a:pt x="1111" y="1015"/>
                    <a:pt x="667" y="415"/>
                  </a:cubicBezTo>
                  <a:cubicBezTo>
                    <a:pt x="582" y="300"/>
                    <a:pt x="308" y="1"/>
                    <a:pt x="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4911175" y="2374200"/>
              <a:ext cx="18900" cy="24400"/>
            </a:xfrm>
            <a:custGeom>
              <a:avLst/>
              <a:gdLst/>
              <a:ahLst/>
              <a:cxnLst/>
              <a:rect l="l" t="t" r="r" b="b"/>
              <a:pathLst>
                <a:path w="756" h="976" extrusionOk="0">
                  <a:moveTo>
                    <a:pt x="224" y="0"/>
                  </a:moveTo>
                  <a:cubicBezTo>
                    <a:pt x="205" y="0"/>
                    <a:pt x="186" y="3"/>
                    <a:pt x="167" y="10"/>
                  </a:cubicBezTo>
                  <a:cubicBezTo>
                    <a:pt x="56" y="43"/>
                    <a:pt x="1" y="188"/>
                    <a:pt x="23" y="310"/>
                  </a:cubicBezTo>
                  <a:cubicBezTo>
                    <a:pt x="56" y="565"/>
                    <a:pt x="234" y="798"/>
                    <a:pt x="445" y="920"/>
                  </a:cubicBezTo>
                  <a:cubicBezTo>
                    <a:pt x="478" y="953"/>
                    <a:pt x="522" y="976"/>
                    <a:pt x="578" y="976"/>
                  </a:cubicBezTo>
                  <a:cubicBezTo>
                    <a:pt x="633" y="976"/>
                    <a:pt x="678" y="964"/>
                    <a:pt x="722" y="931"/>
                  </a:cubicBezTo>
                  <a:cubicBezTo>
                    <a:pt x="755" y="898"/>
                    <a:pt x="755" y="820"/>
                    <a:pt x="744" y="754"/>
                  </a:cubicBezTo>
                  <a:cubicBezTo>
                    <a:pt x="722" y="509"/>
                    <a:pt x="622" y="265"/>
                    <a:pt x="445" y="99"/>
                  </a:cubicBezTo>
                  <a:cubicBezTo>
                    <a:pt x="383" y="46"/>
                    <a:pt x="300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4893900" y="1836525"/>
              <a:ext cx="75025" cy="85750"/>
            </a:xfrm>
            <a:custGeom>
              <a:avLst/>
              <a:gdLst/>
              <a:ahLst/>
              <a:cxnLst/>
              <a:rect l="l" t="t" r="r" b="b"/>
              <a:pathLst>
                <a:path w="3001" h="3430" extrusionOk="0">
                  <a:moveTo>
                    <a:pt x="542" y="1"/>
                  </a:moveTo>
                  <a:cubicBezTo>
                    <a:pt x="277" y="1"/>
                    <a:pt x="1" y="133"/>
                    <a:pt x="203" y="442"/>
                  </a:cubicBezTo>
                  <a:cubicBezTo>
                    <a:pt x="492" y="886"/>
                    <a:pt x="1047" y="1053"/>
                    <a:pt x="1358" y="1474"/>
                  </a:cubicBezTo>
                  <a:cubicBezTo>
                    <a:pt x="1469" y="1607"/>
                    <a:pt x="1546" y="1752"/>
                    <a:pt x="1635" y="1896"/>
                  </a:cubicBezTo>
                  <a:cubicBezTo>
                    <a:pt x="1813" y="2218"/>
                    <a:pt x="1935" y="2562"/>
                    <a:pt x="2079" y="2917"/>
                  </a:cubicBezTo>
                  <a:cubicBezTo>
                    <a:pt x="2135" y="3083"/>
                    <a:pt x="2212" y="3217"/>
                    <a:pt x="2356" y="3328"/>
                  </a:cubicBezTo>
                  <a:cubicBezTo>
                    <a:pt x="2436" y="3387"/>
                    <a:pt x="2551" y="3429"/>
                    <a:pt x="2662" y="3429"/>
                  </a:cubicBezTo>
                  <a:cubicBezTo>
                    <a:pt x="2675" y="3429"/>
                    <a:pt x="2688" y="3429"/>
                    <a:pt x="2700" y="3427"/>
                  </a:cubicBezTo>
                  <a:cubicBezTo>
                    <a:pt x="2989" y="3372"/>
                    <a:pt x="3000" y="3028"/>
                    <a:pt x="2989" y="2784"/>
                  </a:cubicBezTo>
                  <a:cubicBezTo>
                    <a:pt x="2878" y="1563"/>
                    <a:pt x="1924" y="209"/>
                    <a:pt x="658" y="9"/>
                  </a:cubicBezTo>
                  <a:cubicBezTo>
                    <a:pt x="621" y="4"/>
                    <a:pt x="582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4813525" y="1788550"/>
              <a:ext cx="46625" cy="47825"/>
            </a:xfrm>
            <a:custGeom>
              <a:avLst/>
              <a:gdLst/>
              <a:ahLst/>
              <a:cxnLst/>
              <a:rect l="l" t="t" r="r" b="b"/>
              <a:pathLst>
                <a:path w="1865" h="1913" extrusionOk="0">
                  <a:moveTo>
                    <a:pt x="206" y="0"/>
                  </a:moveTo>
                  <a:cubicBezTo>
                    <a:pt x="169" y="0"/>
                    <a:pt x="133" y="9"/>
                    <a:pt x="100" y="31"/>
                  </a:cubicBezTo>
                  <a:cubicBezTo>
                    <a:pt x="0" y="86"/>
                    <a:pt x="0" y="219"/>
                    <a:pt x="45" y="319"/>
                  </a:cubicBezTo>
                  <a:cubicBezTo>
                    <a:pt x="100" y="430"/>
                    <a:pt x="200" y="497"/>
                    <a:pt x="267" y="597"/>
                  </a:cubicBezTo>
                  <a:cubicBezTo>
                    <a:pt x="367" y="708"/>
                    <a:pt x="466" y="830"/>
                    <a:pt x="555" y="963"/>
                  </a:cubicBezTo>
                  <a:cubicBezTo>
                    <a:pt x="733" y="1196"/>
                    <a:pt x="899" y="1462"/>
                    <a:pt x="1099" y="1684"/>
                  </a:cubicBezTo>
                  <a:cubicBezTo>
                    <a:pt x="1185" y="1778"/>
                    <a:pt x="1336" y="1912"/>
                    <a:pt x="1483" y="1912"/>
                  </a:cubicBezTo>
                  <a:cubicBezTo>
                    <a:pt x="1526" y="1912"/>
                    <a:pt x="1569" y="1901"/>
                    <a:pt x="1609" y="1873"/>
                  </a:cubicBezTo>
                  <a:cubicBezTo>
                    <a:pt x="1865" y="1695"/>
                    <a:pt x="1499" y="1140"/>
                    <a:pt x="1376" y="963"/>
                  </a:cubicBezTo>
                  <a:cubicBezTo>
                    <a:pt x="1132" y="597"/>
                    <a:pt x="810" y="297"/>
                    <a:pt x="433" y="75"/>
                  </a:cubicBezTo>
                  <a:cubicBezTo>
                    <a:pt x="366" y="38"/>
                    <a:pt x="283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3"/>
          <p:cNvGrpSpPr/>
          <p:nvPr/>
        </p:nvGrpSpPr>
        <p:grpSpPr>
          <a:xfrm>
            <a:off x="7656879" y="503887"/>
            <a:ext cx="1850668" cy="1136666"/>
            <a:chOff x="5723275" y="2255625"/>
            <a:chExt cx="562975" cy="345775"/>
          </a:xfrm>
        </p:grpSpPr>
        <p:sp>
          <p:nvSpPr>
            <p:cNvPr id="680" name="Google Shape;680;p3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"/>
          <p:cNvSpPr txBox="1">
            <a:spLocks noGrp="1"/>
          </p:cNvSpPr>
          <p:nvPr>
            <p:ph type="title"/>
          </p:nvPr>
        </p:nvSpPr>
        <p:spPr>
          <a:xfrm>
            <a:off x="720000" y="46827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rgbClr val="AA1E42"/>
                </a:solidFill>
              </a:rPr>
              <a:t>YOLO Models Overview </a:t>
            </a:r>
            <a:r>
              <a:rPr lang="en-US"/>
              <a:t>(YOLOv8)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732" name="Google Shape;732;p4"/>
          <p:cNvSpPr txBox="1">
            <a:spLocks noGrp="1"/>
          </p:cNvSpPr>
          <p:nvPr>
            <p:ph type="subTitle" idx="1"/>
          </p:nvPr>
        </p:nvSpPr>
        <p:spPr>
          <a:xfrm>
            <a:off x="5226408" y="2188190"/>
            <a:ext cx="3917592" cy="87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AA1E42"/>
                </a:solidFill>
              </a:rPr>
              <a:t>YOLOv8n (Nano)</a:t>
            </a:r>
            <a:r>
              <a:rPr lang="en-US">
                <a:solidFill>
                  <a:srgbClr val="AA1E42"/>
                </a:solidFill>
              </a:rPr>
              <a:t> ≈ </a:t>
            </a:r>
            <a:r>
              <a:rPr lang="en-US" b="1">
                <a:solidFill>
                  <a:srgbClr val="AA1E42"/>
                </a:solidFill>
              </a:rPr>
              <a:t>3.2M parameters</a:t>
            </a:r>
            <a:r>
              <a:rPr lang="en-US">
                <a:solidFill>
                  <a:srgbClr val="AA1E42"/>
                </a:solidFill>
              </a:rPr>
              <a:t>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AA1E42"/>
                </a:solidFill>
              </a:rPr>
              <a:t>YOLOv8s (Small)</a:t>
            </a:r>
            <a:r>
              <a:rPr lang="en-US">
                <a:solidFill>
                  <a:srgbClr val="AA1E42"/>
                </a:solidFill>
              </a:rPr>
              <a:t> ≈ </a:t>
            </a:r>
            <a:r>
              <a:rPr lang="en-US" b="1">
                <a:solidFill>
                  <a:srgbClr val="AA1E42"/>
                </a:solidFill>
              </a:rPr>
              <a:t>11.2M parameters</a:t>
            </a:r>
            <a:r>
              <a:rPr lang="en-US">
                <a:solidFill>
                  <a:srgbClr val="AA1E42"/>
                </a:solidFill>
              </a:rPr>
              <a:t>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AA1E42"/>
                </a:solidFill>
              </a:rPr>
              <a:t>YOLOv8m (Medium)</a:t>
            </a:r>
            <a:r>
              <a:rPr lang="en-US">
                <a:solidFill>
                  <a:srgbClr val="AA1E42"/>
                </a:solidFill>
              </a:rPr>
              <a:t> ≈ </a:t>
            </a:r>
            <a:r>
              <a:rPr lang="en-US" b="1">
                <a:solidFill>
                  <a:srgbClr val="AA1E42"/>
                </a:solidFill>
              </a:rPr>
              <a:t>25.9M parameters</a:t>
            </a:r>
            <a:r>
              <a:rPr lang="en-US">
                <a:solidFill>
                  <a:srgbClr val="AA1E42"/>
                </a:solidFill>
              </a:rPr>
              <a:t> </a:t>
            </a:r>
            <a:endParaRPr/>
          </a:p>
        </p:txBody>
      </p:sp>
      <p:sp>
        <p:nvSpPr>
          <p:cNvPr id="733" name="Google Shape;733;p4"/>
          <p:cNvSpPr txBox="1">
            <a:spLocks noGrp="1"/>
          </p:cNvSpPr>
          <p:nvPr>
            <p:ph type="subTitle" idx="2"/>
          </p:nvPr>
        </p:nvSpPr>
        <p:spPr>
          <a:xfrm>
            <a:off x="720000" y="1379251"/>
            <a:ext cx="4444415" cy="343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YOLO (You Only Look Once) is a real time one stage object detector.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Performs localization and classification in a single forward pass (bounding box + class label + confidence score).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We used Ultralytics YOLOv8 models with pre-trained weights on </a:t>
            </a:r>
            <a:r>
              <a:rPr lang="en-US" i="1"/>
              <a:t>MS COCO</a:t>
            </a:r>
            <a:r>
              <a:rPr lang="en-US"/>
              <a:t>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Transfer learning: models were fine tuned on our food dataset (44K already annotated images)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719999" y="43544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rgbClr val="AA1E42"/>
                </a:solidFill>
              </a:rPr>
              <a:t>YOLO Models </a:t>
            </a:r>
            <a:r>
              <a:rPr lang="en-US">
                <a:solidFill>
                  <a:schemeClr val="dk1"/>
                </a:solidFill>
              </a:rPr>
              <a:t>Architecture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9" name="Google Shape;7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7725" y="1334184"/>
            <a:ext cx="6408548" cy="33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b6c17f2ea9_1_0"/>
          <p:cNvSpPr txBox="1">
            <a:spLocks noGrp="1"/>
          </p:cNvSpPr>
          <p:nvPr>
            <p:ph type="title"/>
          </p:nvPr>
        </p:nvSpPr>
        <p:spPr>
          <a:xfrm>
            <a:off x="719999" y="43544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rgbClr val="AA1E42"/>
                </a:solidFill>
              </a:rPr>
              <a:t>YOLO Models </a:t>
            </a:r>
            <a:r>
              <a:rPr lang="en-US">
                <a:solidFill>
                  <a:schemeClr val="dk1"/>
                </a:solidFill>
              </a:rPr>
              <a:t>Architecture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5" name="Google Shape;745;g3b6c17f2ea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50" y="1524591"/>
            <a:ext cx="80962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"/>
          <p:cNvSpPr txBox="1">
            <a:spLocks noGrp="1"/>
          </p:cNvSpPr>
          <p:nvPr>
            <p:ph type="title"/>
          </p:nvPr>
        </p:nvSpPr>
        <p:spPr>
          <a:xfrm>
            <a:off x="1819046" y="1942494"/>
            <a:ext cx="5729898" cy="198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Dataset description</a:t>
            </a:r>
            <a:endParaRPr/>
          </a:p>
        </p:txBody>
      </p:sp>
      <p:sp>
        <p:nvSpPr>
          <p:cNvPr id="751" name="Google Shape;751;p6"/>
          <p:cNvSpPr txBox="1">
            <a:spLocks noGrp="1"/>
          </p:cNvSpPr>
          <p:nvPr>
            <p:ph type="title" idx="2"/>
          </p:nvPr>
        </p:nvSpPr>
        <p:spPr>
          <a:xfrm>
            <a:off x="3975900" y="1378225"/>
            <a:ext cx="11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grpSp>
        <p:nvGrpSpPr>
          <p:cNvPr id="752" name="Google Shape;752;p6"/>
          <p:cNvGrpSpPr/>
          <p:nvPr/>
        </p:nvGrpSpPr>
        <p:grpSpPr>
          <a:xfrm flipH="1">
            <a:off x="7046691" y="3770731"/>
            <a:ext cx="1560527" cy="2051653"/>
            <a:chOff x="4434525" y="1766000"/>
            <a:chExt cx="627625" cy="825150"/>
          </a:xfrm>
        </p:grpSpPr>
        <p:sp>
          <p:nvSpPr>
            <p:cNvPr id="753" name="Google Shape;753;p6"/>
            <p:cNvSpPr/>
            <p:nvPr/>
          </p:nvSpPr>
          <p:spPr>
            <a:xfrm>
              <a:off x="4712525" y="2110875"/>
              <a:ext cx="314375" cy="480275"/>
            </a:xfrm>
            <a:custGeom>
              <a:avLst/>
              <a:gdLst/>
              <a:ahLst/>
              <a:cxnLst/>
              <a:rect l="l" t="t" r="r" b="b"/>
              <a:pathLst>
                <a:path w="12575" h="19211" extrusionOk="0">
                  <a:moveTo>
                    <a:pt x="3430" y="0"/>
                  </a:moveTo>
                  <a:cubicBezTo>
                    <a:pt x="3186" y="49"/>
                    <a:pt x="2937" y="80"/>
                    <a:pt x="2685" y="80"/>
                  </a:cubicBezTo>
                  <a:cubicBezTo>
                    <a:pt x="2593" y="80"/>
                    <a:pt x="2501" y="76"/>
                    <a:pt x="2409" y="67"/>
                  </a:cubicBezTo>
                  <a:cubicBezTo>
                    <a:pt x="2405" y="66"/>
                    <a:pt x="2401" y="65"/>
                    <a:pt x="2398" y="65"/>
                  </a:cubicBezTo>
                  <a:cubicBezTo>
                    <a:pt x="2361" y="65"/>
                    <a:pt x="2343" y="113"/>
                    <a:pt x="2353" y="133"/>
                  </a:cubicBezTo>
                  <a:cubicBezTo>
                    <a:pt x="2353" y="155"/>
                    <a:pt x="2365" y="167"/>
                    <a:pt x="2365" y="167"/>
                  </a:cubicBezTo>
                  <a:cubicBezTo>
                    <a:pt x="2453" y="744"/>
                    <a:pt x="2564" y="1332"/>
                    <a:pt x="2731" y="1898"/>
                  </a:cubicBezTo>
                  <a:cubicBezTo>
                    <a:pt x="2875" y="2464"/>
                    <a:pt x="3064" y="3019"/>
                    <a:pt x="3263" y="3574"/>
                  </a:cubicBezTo>
                  <a:cubicBezTo>
                    <a:pt x="3541" y="4339"/>
                    <a:pt x="3852" y="5094"/>
                    <a:pt x="4185" y="5838"/>
                  </a:cubicBezTo>
                  <a:cubicBezTo>
                    <a:pt x="3707" y="5294"/>
                    <a:pt x="3230" y="4761"/>
                    <a:pt x="2742" y="4239"/>
                  </a:cubicBezTo>
                  <a:cubicBezTo>
                    <a:pt x="2098" y="3562"/>
                    <a:pt x="1454" y="2886"/>
                    <a:pt x="744" y="2286"/>
                  </a:cubicBezTo>
                  <a:cubicBezTo>
                    <a:pt x="719" y="2278"/>
                    <a:pt x="706" y="2257"/>
                    <a:pt x="692" y="2257"/>
                  </a:cubicBezTo>
                  <a:cubicBezTo>
                    <a:pt x="688" y="2257"/>
                    <a:pt x="683" y="2259"/>
                    <a:pt x="678" y="2264"/>
                  </a:cubicBezTo>
                  <a:cubicBezTo>
                    <a:pt x="611" y="2275"/>
                    <a:pt x="567" y="2342"/>
                    <a:pt x="533" y="2375"/>
                  </a:cubicBezTo>
                  <a:cubicBezTo>
                    <a:pt x="478" y="2430"/>
                    <a:pt x="422" y="2486"/>
                    <a:pt x="367" y="2553"/>
                  </a:cubicBezTo>
                  <a:cubicBezTo>
                    <a:pt x="267" y="2675"/>
                    <a:pt x="167" y="2797"/>
                    <a:pt x="56" y="2908"/>
                  </a:cubicBezTo>
                  <a:lnTo>
                    <a:pt x="1" y="2963"/>
                  </a:lnTo>
                  <a:cubicBezTo>
                    <a:pt x="12" y="3052"/>
                    <a:pt x="34" y="3107"/>
                    <a:pt x="89" y="3174"/>
                  </a:cubicBezTo>
                  <a:cubicBezTo>
                    <a:pt x="322" y="3451"/>
                    <a:pt x="522" y="3773"/>
                    <a:pt x="744" y="4051"/>
                  </a:cubicBezTo>
                  <a:cubicBezTo>
                    <a:pt x="1688" y="5227"/>
                    <a:pt x="2586" y="6437"/>
                    <a:pt x="3408" y="7702"/>
                  </a:cubicBezTo>
                  <a:cubicBezTo>
                    <a:pt x="4240" y="8956"/>
                    <a:pt x="5017" y="10266"/>
                    <a:pt x="5749" y="11586"/>
                  </a:cubicBezTo>
                  <a:cubicBezTo>
                    <a:pt x="6426" y="12807"/>
                    <a:pt x="7081" y="14050"/>
                    <a:pt x="7725" y="15315"/>
                  </a:cubicBezTo>
                  <a:cubicBezTo>
                    <a:pt x="8272" y="16398"/>
                    <a:pt x="8901" y="19210"/>
                    <a:pt x="10464" y="19210"/>
                  </a:cubicBezTo>
                  <a:cubicBezTo>
                    <a:pt x="10519" y="19210"/>
                    <a:pt x="10575" y="19207"/>
                    <a:pt x="10632" y="19199"/>
                  </a:cubicBezTo>
                  <a:cubicBezTo>
                    <a:pt x="11187" y="19133"/>
                    <a:pt x="11776" y="18866"/>
                    <a:pt x="12197" y="18500"/>
                  </a:cubicBezTo>
                  <a:cubicBezTo>
                    <a:pt x="12397" y="18334"/>
                    <a:pt x="12552" y="18112"/>
                    <a:pt x="12552" y="17868"/>
                  </a:cubicBezTo>
                  <a:cubicBezTo>
                    <a:pt x="12575" y="17324"/>
                    <a:pt x="12242" y="16858"/>
                    <a:pt x="11975" y="16414"/>
                  </a:cubicBezTo>
                  <a:cubicBezTo>
                    <a:pt x="11665" y="15859"/>
                    <a:pt x="11343" y="15282"/>
                    <a:pt x="11032" y="14727"/>
                  </a:cubicBezTo>
                  <a:cubicBezTo>
                    <a:pt x="10144" y="13096"/>
                    <a:pt x="9334" y="11431"/>
                    <a:pt x="8624" y="9711"/>
                  </a:cubicBezTo>
                  <a:cubicBezTo>
                    <a:pt x="8280" y="8856"/>
                    <a:pt x="7958" y="8013"/>
                    <a:pt x="7680" y="7136"/>
                  </a:cubicBezTo>
                  <a:cubicBezTo>
                    <a:pt x="7403" y="6281"/>
                    <a:pt x="7148" y="5394"/>
                    <a:pt x="6959" y="4506"/>
                  </a:cubicBezTo>
                  <a:cubicBezTo>
                    <a:pt x="6837" y="3962"/>
                    <a:pt x="6726" y="3418"/>
                    <a:pt x="6648" y="2886"/>
                  </a:cubicBezTo>
                  <a:cubicBezTo>
                    <a:pt x="6615" y="2519"/>
                    <a:pt x="6571" y="2164"/>
                    <a:pt x="6471" y="1831"/>
                  </a:cubicBezTo>
                  <a:cubicBezTo>
                    <a:pt x="6460" y="1765"/>
                    <a:pt x="6371" y="1776"/>
                    <a:pt x="6315" y="1765"/>
                  </a:cubicBezTo>
                  <a:cubicBezTo>
                    <a:pt x="6267" y="1756"/>
                    <a:pt x="6218" y="1752"/>
                    <a:pt x="6168" y="1752"/>
                  </a:cubicBezTo>
                  <a:cubicBezTo>
                    <a:pt x="6035" y="1752"/>
                    <a:pt x="5898" y="1776"/>
                    <a:pt x="5760" y="1776"/>
                  </a:cubicBezTo>
                  <a:cubicBezTo>
                    <a:pt x="5738" y="1776"/>
                    <a:pt x="5694" y="1776"/>
                    <a:pt x="5683" y="1820"/>
                  </a:cubicBezTo>
                  <a:cubicBezTo>
                    <a:pt x="5649" y="1898"/>
                    <a:pt x="5683" y="1998"/>
                    <a:pt x="5683" y="2075"/>
                  </a:cubicBezTo>
                  <a:cubicBezTo>
                    <a:pt x="5727" y="2453"/>
                    <a:pt x="5705" y="2830"/>
                    <a:pt x="5727" y="3185"/>
                  </a:cubicBezTo>
                  <a:cubicBezTo>
                    <a:pt x="5738" y="3562"/>
                    <a:pt x="5783" y="3940"/>
                    <a:pt x="5816" y="4295"/>
                  </a:cubicBezTo>
                  <a:cubicBezTo>
                    <a:pt x="5960" y="5349"/>
                    <a:pt x="6171" y="6381"/>
                    <a:pt x="6426" y="7402"/>
                  </a:cubicBezTo>
                  <a:cubicBezTo>
                    <a:pt x="6171" y="6836"/>
                    <a:pt x="5905" y="6270"/>
                    <a:pt x="5649" y="5682"/>
                  </a:cubicBezTo>
                  <a:cubicBezTo>
                    <a:pt x="5261" y="4783"/>
                    <a:pt x="4873" y="3884"/>
                    <a:pt x="4540" y="2952"/>
                  </a:cubicBezTo>
                  <a:cubicBezTo>
                    <a:pt x="4362" y="2486"/>
                    <a:pt x="4207" y="2009"/>
                    <a:pt x="4040" y="1543"/>
                  </a:cubicBezTo>
                  <a:cubicBezTo>
                    <a:pt x="3896" y="1077"/>
                    <a:pt x="3763" y="599"/>
                    <a:pt x="3563" y="155"/>
                  </a:cubicBezTo>
                  <a:cubicBezTo>
                    <a:pt x="3541" y="111"/>
                    <a:pt x="3519" y="67"/>
                    <a:pt x="3485" y="22"/>
                  </a:cubicBezTo>
                  <a:cubicBezTo>
                    <a:pt x="3485" y="11"/>
                    <a:pt x="3474" y="0"/>
                    <a:pt x="3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4434525" y="1766000"/>
              <a:ext cx="627625" cy="498675"/>
            </a:xfrm>
            <a:custGeom>
              <a:avLst/>
              <a:gdLst/>
              <a:ahLst/>
              <a:cxnLst/>
              <a:rect l="l" t="t" r="r" b="b"/>
              <a:pathLst>
                <a:path w="25105" h="19947" extrusionOk="0">
                  <a:moveTo>
                    <a:pt x="13817" y="0"/>
                  </a:moveTo>
                  <a:cubicBezTo>
                    <a:pt x="12952" y="11"/>
                    <a:pt x="12164" y="422"/>
                    <a:pt x="11542" y="988"/>
                  </a:cubicBezTo>
                  <a:cubicBezTo>
                    <a:pt x="11098" y="1388"/>
                    <a:pt x="10710" y="1954"/>
                    <a:pt x="10455" y="2586"/>
                  </a:cubicBezTo>
                  <a:cubicBezTo>
                    <a:pt x="10421" y="2553"/>
                    <a:pt x="10388" y="2508"/>
                    <a:pt x="10333" y="2486"/>
                  </a:cubicBezTo>
                  <a:cubicBezTo>
                    <a:pt x="10044" y="2275"/>
                    <a:pt x="9722" y="2098"/>
                    <a:pt x="9378" y="1987"/>
                  </a:cubicBezTo>
                  <a:cubicBezTo>
                    <a:pt x="9051" y="1874"/>
                    <a:pt x="8703" y="1816"/>
                    <a:pt x="8355" y="1816"/>
                  </a:cubicBezTo>
                  <a:cubicBezTo>
                    <a:pt x="7480" y="1816"/>
                    <a:pt x="6610" y="2180"/>
                    <a:pt x="6093" y="2919"/>
                  </a:cubicBezTo>
                  <a:cubicBezTo>
                    <a:pt x="5727" y="3419"/>
                    <a:pt x="5538" y="4073"/>
                    <a:pt x="5627" y="4695"/>
                  </a:cubicBezTo>
                  <a:cubicBezTo>
                    <a:pt x="5649" y="4750"/>
                    <a:pt x="5660" y="4784"/>
                    <a:pt x="5660" y="4828"/>
                  </a:cubicBezTo>
                  <a:cubicBezTo>
                    <a:pt x="5660" y="4828"/>
                    <a:pt x="5455" y="4817"/>
                    <a:pt x="5198" y="4817"/>
                  </a:cubicBezTo>
                  <a:cubicBezTo>
                    <a:pt x="4942" y="4817"/>
                    <a:pt x="4634" y="4828"/>
                    <a:pt x="4429" y="4872"/>
                  </a:cubicBezTo>
                  <a:cubicBezTo>
                    <a:pt x="4051" y="4939"/>
                    <a:pt x="3707" y="5128"/>
                    <a:pt x="3408" y="5327"/>
                  </a:cubicBezTo>
                  <a:cubicBezTo>
                    <a:pt x="2842" y="5749"/>
                    <a:pt x="2431" y="6404"/>
                    <a:pt x="2320" y="7092"/>
                  </a:cubicBezTo>
                  <a:cubicBezTo>
                    <a:pt x="2242" y="7480"/>
                    <a:pt x="2264" y="7880"/>
                    <a:pt x="2342" y="8290"/>
                  </a:cubicBezTo>
                  <a:cubicBezTo>
                    <a:pt x="2375" y="8400"/>
                    <a:pt x="2676" y="9346"/>
                    <a:pt x="2823" y="9346"/>
                  </a:cubicBezTo>
                  <a:cubicBezTo>
                    <a:pt x="2824" y="9346"/>
                    <a:pt x="2826" y="9346"/>
                    <a:pt x="2827" y="9345"/>
                  </a:cubicBezTo>
                  <a:lnTo>
                    <a:pt x="2827" y="9345"/>
                  </a:lnTo>
                  <a:cubicBezTo>
                    <a:pt x="2761" y="9357"/>
                    <a:pt x="2685" y="9379"/>
                    <a:pt x="2620" y="9400"/>
                  </a:cubicBezTo>
                  <a:cubicBezTo>
                    <a:pt x="1099" y="9922"/>
                    <a:pt x="0" y="11908"/>
                    <a:pt x="1144" y="13296"/>
                  </a:cubicBezTo>
                  <a:cubicBezTo>
                    <a:pt x="1599" y="13839"/>
                    <a:pt x="2220" y="14283"/>
                    <a:pt x="2897" y="14561"/>
                  </a:cubicBezTo>
                  <a:cubicBezTo>
                    <a:pt x="2875" y="14616"/>
                    <a:pt x="2842" y="14672"/>
                    <a:pt x="2830" y="14727"/>
                  </a:cubicBezTo>
                  <a:cubicBezTo>
                    <a:pt x="2198" y="16503"/>
                    <a:pt x="3552" y="18256"/>
                    <a:pt x="5117" y="18956"/>
                  </a:cubicBezTo>
                  <a:cubicBezTo>
                    <a:pt x="5491" y="19116"/>
                    <a:pt x="5873" y="19205"/>
                    <a:pt x="6261" y="19205"/>
                  </a:cubicBezTo>
                  <a:cubicBezTo>
                    <a:pt x="6357" y="19205"/>
                    <a:pt x="6452" y="19200"/>
                    <a:pt x="6548" y="19189"/>
                  </a:cubicBezTo>
                  <a:cubicBezTo>
                    <a:pt x="6615" y="19255"/>
                    <a:pt x="6704" y="19322"/>
                    <a:pt x="6781" y="19399"/>
                  </a:cubicBezTo>
                  <a:cubicBezTo>
                    <a:pt x="7283" y="19776"/>
                    <a:pt x="7977" y="19946"/>
                    <a:pt x="8646" y="19946"/>
                  </a:cubicBezTo>
                  <a:cubicBezTo>
                    <a:pt x="8983" y="19946"/>
                    <a:pt x="9314" y="19903"/>
                    <a:pt x="9611" y="19821"/>
                  </a:cubicBezTo>
                  <a:cubicBezTo>
                    <a:pt x="10643" y="19544"/>
                    <a:pt x="11576" y="18789"/>
                    <a:pt x="11853" y="17735"/>
                  </a:cubicBezTo>
                  <a:cubicBezTo>
                    <a:pt x="11886" y="17591"/>
                    <a:pt x="12086" y="16570"/>
                    <a:pt x="11931" y="16492"/>
                  </a:cubicBezTo>
                  <a:lnTo>
                    <a:pt x="11931" y="16492"/>
                  </a:lnTo>
                  <a:cubicBezTo>
                    <a:pt x="11975" y="16514"/>
                    <a:pt x="12008" y="16536"/>
                    <a:pt x="12075" y="16547"/>
                  </a:cubicBezTo>
                  <a:cubicBezTo>
                    <a:pt x="12540" y="16718"/>
                    <a:pt x="13046" y="16822"/>
                    <a:pt x="13551" y="16822"/>
                  </a:cubicBezTo>
                  <a:cubicBezTo>
                    <a:pt x="13866" y="16822"/>
                    <a:pt x="14180" y="16781"/>
                    <a:pt x="14483" y="16692"/>
                  </a:cubicBezTo>
                  <a:cubicBezTo>
                    <a:pt x="15182" y="16481"/>
                    <a:pt x="15715" y="15981"/>
                    <a:pt x="16015" y="15382"/>
                  </a:cubicBezTo>
                  <a:cubicBezTo>
                    <a:pt x="16492" y="16203"/>
                    <a:pt x="17180" y="16847"/>
                    <a:pt x="18068" y="17235"/>
                  </a:cubicBezTo>
                  <a:cubicBezTo>
                    <a:pt x="18528" y="17432"/>
                    <a:pt x="19025" y="17546"/>
                    <a:pt x="19519" y="17546"/>
                  </a:cubicBezTo>
                  <a:cubicBezTo>
                    <a:pt x="19921" y="17546"/>
                    <a:pt x="20321" y="17471"/>
                    <a:pt x="20698" y="17302"/>
                  </a:cubicBezTo>
                  <a:cubicBezTo>
                    <a:pt x="21286" y="17036"/>
                    <a:pt x="21764" y="16570"/>
                    <a:pt x="21986" y="15970"/>
                  </a:cubicBezTo>
                  <a:cubicBezTo>
                    <a:pt x="22245" y="16051"/>
                    <a:pt x="22515" y="16101"/>
                    <a:pt x="22781" y="16101"/>
                  </a:cubicBezTo>
                  <a:cubicBezTo>
                    <a:pt x="23062" y="16101"/>
                    <a:pt x="23338" y="16046"/>
                    <a:pt x="23595" y="15915"/>
                  </a:cubicBezTo>
                  <a:cubicBezTo>
                    <a:pt x="24161" y="15637"/>
                    <a:pt x="24427" y="15071"/>
                    <a:pt x="24538" y="14483"/>
                  </a:cubicBezTo>
                  <a:cubicBezTo>
                    <a:pt x="24649" y="13906"/>
                    <a:pt x="24571" y="13329"/>
                    <a:pt x="24205" y="12863"/>
                  </a:cubicBezTo>
                  <a:cubicBezTo>
                    <a:pt x="24105" y="12741"/>
                    <a:pt x="23994" y="12608"/>
                    <a:pt x="23872" y="12508"/>
                  </a:cubicBezTo>
                  <a:cubicBezTo>
                    <a:pt x="24250" y="12319"/>
                    <a:pt x="24538" y="11986"/>
                    <a:pt x="24716" y="11598"/>
                  </a:cubicBezTo>
                  <a:cubicBezTo>
                    <a:pt x="25037" y="10921"/>
                    <a:pt x="25104" y="10066"/>
                    <a:pt x="24960" y="9323"/>
                  </a:cubicBezTo>
                  <a:cubicBezTo>
                    <a:pt x="24816" y="8635"/>
                    <a:pt x="24383" y="8069"/>
                    <a:pt x="23817" y="7669"/>
                  </a:cubicBezTo>
                  <a:cubicBezTo>
                    <a:pt x="23295" y="7314"/>
                    <a:pt x="22585" y="6981"/>
                    <a:pt x="21863" y="6881"/>
                  </a:cubicBezTo>
                  <a:cubicBezTo>
                    <a:pt x="22385" y="5749"/>
                    <a:pt x="21997" y="4295"/>
                    <a:pt x="21098" y="3341"/>
                  </a:cubicBezTo>
                  <a:cubicBezTo>
                    <a:pt x="20476" y="2697"/>
                    <a:pt x="19599" y="2220"/>
                    <a:pt x="18701" y="2164"/>
                  </a:cubicBezTo>
                  <a:cubicBezTo>
                    <a:pt x="18651" y="2162"/>
                    <a:pt x="18601" y="2161"/>
                    <a:pt x="18551" y="2161"/>
                  </a:cubicBezTo>
                  <a:cubicBezTo>
                    <a:pt x="18140" y="2161"/>
                    <a:pt x="17714" y="2243"/>
                    <a:pt x="17358" y="2431"/>
                  </a:cubicBezTo>
                  <a:cubicBezTo>
                    <a:pt x="17358" y="2431"/>
                    <a:pt x="17213" y="1931"/>
                    <a:pt x="16869" y="1487"/>
                  </a:cubicBezTo>
                  <a:cubicBezTo>
                    <a:pt x="16636" y="1177"/>
                    <a:pt x="16326" y="899"/>
                    <a:pt x="16026" y="700"/>
                  </a:cubicBezTo>
                  <a:cubicBezTo>
                    <a:pt x="15393" y="278"/>
                    <a:pt x="14583" y="0"/>
                    <a:pt x="13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4802150" y="2277325"/>
              <a:ext cx="143725" cy="255000"/>
            </a:xfrm>
            <a:custGeom>
              <a:avLst/>
              <a:gdLst/>
              <a:ahLst/>
              <a:cxnLst/>
              <a:rect l="l" t="t" r="r" b="b"/>
              <a:pathLst>
                <a:path w="5749" h="10200" fill="none" extrusionOk="0">
                  <a:moveTo>
                    <a:pt x="5749" y="10200"/>
                  </a:moveTo>
                  <a:cubicBezTo>
                    <a:pt x="4506" y="7037"/>
                    <a:pt x="2109" y="2764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4882875" y="2253475"/>
              <a:ext cx="39700" cy="108775"/>
            </a:xfrm>
            <a:custGeom>
              <a:avLst/>
              <a:gdLst/>
              <a:ahLst/>
              <a:cxnLst/>
              <a:rect l="l" t="t" r="r" b="b"/>
              <a:pathLst>
                <a:path w="1588" h="4351" fill="none" extrusionOk="0">
                  <a:moveTo>
                    <a:pt x="1588" y="4351"/>
                  </a:moveTo>
                  <a:cubicBezTo>
                    <a:pt x="889" y="2964"/>
                    <a:pt x="367" y="1499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4553825" y="1859775"/>
              <a:ext cx="379850" cy="217000"/>
            </a:xfrm>
            <a:custGeom>
              <a:avLst/>
              <a:gdLst/>
              <a:ahLst/>
              <a:cxnLst/>
              <a:rect l="l" t="t" r="r" b="b"/>
              <a:pathLst>
                <a:path w="15194" h="8680" fill="none" extrusionOk="0">
                  <a:moveTo>
                    <a:pt x="15049" y="4983"/>
                  </a:moveTo>
                  <a:cubicBezTo>
                    <a:pt x="15194" y="4107"/>
                    <a:pt x="14805" y="3174"/>
                    <a:pt x="14095" y="2653"/>
                  </a:cubicBezTo>
                  <a:cubicBezTo>
                    <a:pt x="13385" y="2120"/>
                    <a:pt x="12375" y="2031"/>
                    <a:pt x="11587" y="2431"/>
                  </a:cubicBezTo>
                  <a:cubicBezTo>
                    <a:pt x="11354" y="1454"/>
                    <a:pt x="10655" y="555"/>
                    <a:pt x="9689" y="278"/>
                  </a:cubicBezTo>
                  <a:cubicBezTo>
                    <a:pt x="8713" y="0"/>
                    <a:pt x="7547" y="478"/>
                    <a:pt x="7225" y="1443"/>
                  </a:cubicBezTo>
                  <a:cubicBezTo>
                    <a:pt x="6770" y="578"/>
                    <a:pt x="5450" y="333"/>
                    <a:pt x="4728" y="977"/>
                  </a:cubicBezTo>
                  <a:cubicBezTo>
                    <a:pt x="3996" y="1632"/>
                    <a:pt x="4085" y="2964"/>
                    <a:pt x="4884" y="3518"/>
                  </a:cubicBezTo>
                  <a:cubicBezTo>
                    <a:pt x="4440" y="3341"/>
                    <a:pt x="3974" y="3208"/>
                    <a:pt x="3496" y="3263"/>
                  </a:cubicBezTo>
                  <a:cubicBezTo>
                    <a:pt x="3019" y="3319"/>
                    <a:pt x="2553" y="3563"/>
                    <a:pt x="2342" y="3996"/>
                  </a:cubicBezTo>
                  <a:cubicBezTo>
                    <a:pt x="2143" y="4429"/>
                    <a:pt x="2287" y="5017"/>
                    <a:pt x="2709" y="5228"/>
                  </a:cubicBezTo>
                  <a:cubicBezTo>
                    <a:pt x="1798" y="4884"/>
                    <a:pt x="666" y="5405"/>
                    <a:pt x="334" y="6315"/>
                  </a:cubicBezTo>
                  <a:cubicBezTo>
                    <a:pt x="1" y="7214"/>
                    <a:pt x="511" y="8346"/>
                    <a:pt x="1410" y="867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4832100" y="2048725"/>
              <a:ext cx="160400" cy="82975"/>
            </a:xfrm>
            <a:custGeom>
              <a:avLst/>
              <a:gdLst/>
              <a:ahLst/>
              <a:cxnLst/>
              <a:rect l="l" t="t" r="r" b="b"/>
              <a:pathLst>
                <a:path w="6416" h="3319" fill="none" extrusionOk="0">
                  <a:moveTo>
                    <a:pt x="6282" y="3318"/>
                  </a:moveTo>
                  <a:cubicBezTo>
                    <a:pt x="6415" y="2897"/>
                    <a:pt x="6271" y="2397"/>
                    <a:pt x="5916" y="2120"/>
                  </a:cubicBezTo>
                  <a:cubicBezTo>
                    <a:pt x="5572" y="1842"/>
                    <a:pt x="5062" y="1809"/>
                    <a:pt x="4684" y="2009"/>
                  </a:cubicBezTo>
                  <a:cubicBezTo>
                    <a:pt x="4740" y="1210"/>
                    <a:pt x="4218" y="400"/>
                    <a:pt x="3463" y="144"/>
                  </a:cubicBezTo>
                  <a:cubicBezTo>
                    <a:pt x="3086" y="0"/>
                    <a:pt x="2642" y="0"/>
                    <a:pt x="2287" y="200"/>
                  </a:cubicBezTo>
                  <a:cubicBezTo>
                    <a:pt x="1921" y="389"/>
                    <a:pt x="1677" y="777"/>
                    <a:pt x="1699" y="1176"/>
                  </a:cubicBezTo>
                  <a:cubicBezTo>
                    <a:pt x="1521" y="788"/>
                    <a:pt x="1000" y="599"/>
                    <a:pt x="589" y="766"/>
                  </a:cubicBezTo>
                  <a:cubicBezTo>
                    <a:pt x="190" y="943"/>
                    <a:pt x="1" y="1476"/>
                    <a:pt x="178" y="18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4587125" y="2105600"/>
              <a:ext cx="115450" cy="114050"/>
            </a:xfrm>
            <a:custGeom>
              <a:avLst/>
              <a:gdLst/>
              <a:ahLst/>
              <a:cxnLst/>
              <a:rect l="l" t="t" r="r" b="b"/>
              <a:pathLst>
                <a:path w="4618" h="4562" fill="none" extrusionOk="0">
                  <a:moveTo>
                    <a:pt x="4617" y="1066"/>
                  </a:moveTo>
                  <a:cubicBezTo>
                    <a:pt x="4473" y="766"/>
                    <a:pt x="4140" y="555"/>
                    <a:pt x="3796" y="544"/>
                  </a:cubicBezTo>
                  <a:cubicBezTo>
                    <a:pt x="3463" y="533"/>
                    <a:pt x="3119" y="710"/>
                    <a:pt x="2941" y="999"/>
                  </a:cubicBezTo>
                  <a:cubicBezTo>
                    <a:pt x="2886" y="555"/>
                    <a:pt x="2298" y="144"/>
                    <a:pt x="1887" y="89"/>
                  </a:cubicBezTo>
                  <a:cubicBezTo>
                    <a:pt x="1254" y="0"/>
                    <a:pt x="544" y="333"/>
                    <a:pt x="278" y="944"/>
                  </a:cubicBezTo>
                  <a:cubicBezTo>
                    <a:pt x="0" y="1620"/>
                    <a:pt x="400" y="2397"/>
                    <a:pt x="1010" y="2752"/>
                  </a:cubicBezTo>
                  <a:cubicBezTo>
                    <a:pt x="611" y="2697"/>
                    <a:pt x="267" y="3108"/>
                    <a:pt x="267" y="3529"/>
                  </a:cubicBezTo>
                  <a:cubicBezTo>
                    <a:pt x="267" y="3940"/>
                    <a:pt x="511" y="4284"/>
                    <a:pt x="822" y="456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4925325" y="2407350"/>
              <a:ext cx="66900" cy="119750"/>
            </a:xfrm>
            <a:custGeom>
              <a:avLst/>
              <a:gdLst/>
              <a:ahLst/>
              <a:cxnLst/>
              <a:rect l="l" t="t" r="r" b="b"/>
              <a:pathLst>
                <a:path w="2676" h="4790" extrusionOk="0">
                  <a:moveTo>
                    <a:pt x="139" y="1"/>
                  </a:moveTo>
                  <a:cubicBezTo>
                    <a:pt x="63" y="1"/>
                    <a:pt x="8" y="61"/>
                    <a:pt x="1" y="227"/>
                  </a:cubicBezTo>
                  <a:cubicBezTo>
                    <a:pt x="1" y="315"/>
                    <a:pt x="23" y="415"/>
                    <a:pt x="56" y="504"/>
                  </a:cubicBezTo>
                  <a:cubicBezTo>
                    <a:pt x="400" y="1514"/>
                    <a:pt x="844" y="2502"/>
                    <a:pt x="1377" y="3412"/>
                  </a:cubicBezTo>
                  <a:cubicBezTo>
                    <a:pt x="1610" y="3833"/>
                    <a:pt x="1843" y="4300"/>
                    <a:pt x="2165" y="4633"/>
                  </a:cubicBezTo>
                  <a:cubicBezTo>
                    <a:pt x="2256" y="4734"/>
                    <a:pt x="2357" y="4789"/>
                    <a:pt x="2442" y="4789"/>
                  </a:cubicBezTo>
                  <a:cubicBezTo>
                    <a:pt x="2449" y="4789"/>
                    <a:pt x="2457" y="4789"/>
                    <a:pt x="2465" y="4788"/>
                  </a:cubicBezTo>
                  <a:cubicBezTo>
                    <a:pt x="2553" y="4777"/>
                    <a:pt x="2620" y="4688"/>
                    <a:pt x="2653" y="4610"/>
                  </a:cubicBezTo>
                  <a:cubicBezTo>
                    <a:pt x="2675" y="4522"/>
                    <a:pt x="2664" y="4422"/>
                    <a:pt x="2653" y="4344"/>
                  </a:cubicBezTo>
                  <a:cubicBezTo>
                    <a:pt x="2509" y="3623"/>
                    <a:pt x="2209" y="2946"/>
                    <a:pt x="1843" y="2302"/>
                  </a:cubicBezTo>
                  <a:cubicBezTo>
                    <a:pt x="1488" y="1647"/>
                    <a:pt x="1111" y="1015"/>
                    <a:pt x="667" y="415"/>
                  </a:cubicBezTo>
                  <a:cubicBezTo>
                    <a:pt x="582" y="300"/>
                    <a:pt x="308" y="1"/>
                    <a:pt x="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4911175" y="2374200"/>
              <a:ext cx="18900" cy="24400"/>
            </a:xfrm>
            <a:custGeom>
              <a:avLst/>
              <a:gdLst/>
              <a:ahLst/>
              <a:cxnLst/>
              <a:rect l="l" t="t" r="r" b="b"/>
              <a:pathLst>
                <a:path w="756" h="976" extrusionOk="0">
                  <a:moveTo>
                    <a:pt x="224" y="0"/>
                  </a:moveTo>
                  <a:cubicBezTo>
                    <a:pt x="205" y="0"/>
                    <a:pt x="186" y="3"/>
                    <a:pt x="167" y="10"/>
                  </a:cubicBezTo>
                  <a:cubicBezTo>
                    <a:pt x="56" y="43"/>
                    <a:pt x="1" y="188"/>
                    <a:pt x="23" y="310"/>
                  </a:cubicBezTo>
                  <a:cubicBezTo>
                    <a:pt x="56" y="565"/>
                    <a:pt x="234" y="798"/>
                    <a:pt x="445" y="920"/>
                  </a:cubicBezTo>
                  <a:cubicBezTo>
                    <a:pt x="478" y="953"/>
                    <a:pt x="522" y="976"/>
                    <a:pt x="578" y="976"/>
                  </a:cubicBezTo>
                  <a:cubicBezTo>
                    <a:pt x="633" y="976"/>
                    <a:pt x="678" y="964"/>
                    <a:pt x="722" y="931"/>
                  </a:cubicBezTo>
                  <a:cubicBezTo>
                    <a:pt x="755" y="898"/>
                    <a:pt x="755" y="820"/>
                    <a:pt x="744" y="754"/>
                  </a:cubicBezTo>
                  <a:cubicBezTo>
                    <a:pt x="722" y="509"/>
                    <a:pt x="622" y="265"/>
                    <a:pt x="445" y="99"/>
                  </a:cubicBezTo>
                  <a:cubicBezTo>
                    <a:pt x="383" y="46"/>
                    <a:pt x="300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4893900" y="1836525"/>
              <a:ext cx="75025" cy="85750"/>
            </a:xfrm>
            <a:custGeom>
              <a:avLst/>
              <a:gdLst/>
              <a:ahLst/>
              <a:cxnLst/>
              <a:rect l="l" t="t" r="r" b="b"/>
              <a:pathLst>
                <a:path w="3001" h="3430" extrusionOk="0">
                  <a:moveTo>
                    <a:pt x="542" y="1"/>
                  </a:moveTo>
                  <a:cubicBezTo>
                    <a:pt x="277" y="1"/>
                    <a:pt x="1" y="133"/>
                    <a:pt x="203" y="442"/>
                  </a:cubicBezTo>
                  <a:cubicBezTo>
                    <a:pt x="492" y="886"/>
                    <a:pt x="1047" y="1053"/>
                    <a:pt x="1358" y="1474"/>
                  </a:cubicBezTo>
                  <a:cubicBezTo>
                    <a:pt x="1469" y="1607"/>
                    <a:pt x="1546" y="1752"/>
                    <a:pt x="1635" y="1896"/>
                  </a:cubicBezTo>
                  <a:cubicBezTo>
                    <a:pt x="1813" y="2218"/>
                    <a:pt x="1935" y="2562"/>
                    <a:pt x="2079" y="2917"/>
                  </a:cubicBezTo>
                  <a:cubicBezTo>
                    <a:pt x="2135" y="3083"/>
                    <a:pt x="2212" y="3217"/>
                    <a:pt x="2356" y="3328"/>
                  </a:cubicBezTo>
                  <a:cubicBezTo>
                    <a:pt x="2436" y="3387"/>
                    <a:pt x="2551" y="3429"/>
                    <a:pt x="2662" y="3429"/>
                  </a:cubicBezTo>
                  <a:cubicBezTo>
                    <a:pt x="2675" y="3429"/>
                    <a:pt x="2688" y="3429"/>
                    <a:pt x="2700" y="3427"/>
                  </a:cubicBezTo>
                  <a:cubicBezTo>
                    <a:pt x="2989" y="3372"/>
                    <a:pt x="3000" y="3028"/>
                    <a:pt x="2989" y="2784"/>
                  </a:cubicBezTo>
                  <a:cubicBezTo>
                    <a:pt x="2878" y="1563"/>
                    <a:pt x="1924" y="209"/>
                    <a:pt x="658" y="9"/>
                  </a:cubicBezTo>
                  <a:cubicBezTo>
                    <a:pt x="621" y="4"/>
                    <a:pt x="582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4813525" y="1788550"/>
              <a:ext cx="46625" cy="47825"/>
            </a:xfrm>
            <a:custGeom>
              <a:avLst/>
              <a:gdLst/>
              <a:ahLst/>
              <a:cxnLst/>
              <a:rect l="l" t="t" r="r" b="b"/>
              <a:pathLst>
                <a:path w="1865" h="1913" extrusionOk="0">
                  <a:moveTo>
                    <a:pt x="206" y="0"/>
                  </a:moveTo>
                  <a:cubicBezTo>
                    <a:pt x="169" y="0"/>
                    <a:pt x="133" y="9"/>
                    <a:pt x="100" y="31"/>
                  </a:cubicBezTo>
                  <a:cubicBezTo>
                    <a:pt x="0" y="86"/>
                    <a:pt x="0" y="219"/>
                    <a:pt x="45" y="319"/>
                  </a:cubicBezTo>
                  <a:cubicBezTo>
                    <a:pt x="100" y="430"/>
                    <a:pt x="200" y="497"/>
                    <a:pt x="267" y="597"/>
                  </a:cubicBezTo>
                  <a:cubicBezTo>
                    <a:pt x="367" y="708"/>
                    <a:pt x="466" y="830"/>
                    <a:pt x="555" y="963"/>
                  </a:cubicBezTo>
                  <a:cubicBezTo>
                    <a:pt x="733" y="1196"/>
                    <a:pt x="899" y="1462"/>
                    <a:pt x="1099" y="1684"/>
                  </a:cubicBezTo>
                  <a:cubicBezTo>
                    <a:pt x="1185" y="1778"/>
                    <a:pt x="1336" y="1912"/>
                    <a:pt x="1483" y="1912"/>
                  </a:cubicBezTo>
                  <a:cubicBezTo>
                    <a:pt x="1526" y="1912"/>
                    <a:pt x="1569" y="1901"/>
                    <a:pt x="1609" y="1873"/>
                  </a:cubicBezTo>
                  <a:cubicBezTo>
                    <a:pt x="1865" y="1695"/>
                    <a:pt x="1499" y="1140"/>
                    <a:pt x="1376" y="963"/>
                  </a:cubicBezTo>
                  <a:cubicBezTo>
                    <a:pt x="1132" y="597"/>
                    <a:pt x="810" y="297"/>
                    <a:pt x="433" y="75"/>
                  </a:cubicBezTo>
                  <a:cubicBezTo>
                    <a:pt x="366" y="38"/>
                    <a:pt x="283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6"/>
          <p:cNvGrpSpPr/>
          <p:nvPr/>
        </p:nvGrpSpPr>
        <p:grpSpPr>
          <a:xfrm>
            <a:off x="7656879" y="503887"/>
            <a:ext cx="1850668" cy="1136666"/>
            <a:chOff x="5723275" y="2255625"/>
            <a:chExt cx="562975" cy="345775"/>
          </a:xfrm>
        </p:grpSpPr>
        <p:sp>
          <p:nvSpPr>
            <p:cNvPr id="765" name="Google Shape;765;p6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"/>
          <p:cNvSpPr txBox="1">
            <a:spLocks noGrp="1"/>
          </p:cNvSpPr>
          <p:nvPr>
            <p:ph type="title"/>
          </p:nvPr>
        </p:nvSpPr>
        <p:spPr>
          <a:xfrm>
            <a:off x="720000" y="46827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dk1"/>
                </a:solidFill>
              </a:rPr>
              <a:t>Dataset structure </a:t>
            </a:r>
            <a:r>
              <a:rPr lang="en-US">
                <a:solidFill>
                  <a:srgbClr val="AA1E42"/>
                </a:solidFill>
              </a:rPr>
              <a:t>and splits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817" name="Google Shape;817;p7"/>
          <p:cNvSpPr txBox="1">
            <a:spLocks noGrp="1"/>
          </p:cNvSpPr>
          <p:nvPr>
            <p:ph type="subTitle" idx="2"/>
          </p:nvPr>
        </p:nvSpPr>
        <p:spPr>
          <a:xfrm>
            <a:off x="391056" y="1526486"/>
            <a:ext cx="4053478" cy="27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Training data: ~44,000 already pre annotated images </a:t>
            </a:r>
            <a:endParaRPr/>
          </a:p>
          <a:p>
            <a:pPr marL="285750" lvl="0" indent="-196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Annotations available for: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Train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Validation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Test data: unlabeled images (no annotations)used for qualitative evaluation (visual inspection of predicted boxes)</a:t>
            </a:r>
            <a:endParaRPr/>
          </a:p>
          <a:p>
            <a:pPr marL="285750" lvl="0" indent="-196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</p:txBody>
      </p:sp>
      <p:sp>
        <p:nvSpPr>
          <p:cNvPr id="818" name="Google Shape;818;p7"/>
          <p:cNvSpPr txBox="1"/>
          <p:nvPr/>
        </p:nvSpPr>
        <p:spPr>
          <a:xfrm>
            <a:off x="4308529" y="1465736"/>
            <a:ext cx="4444415" cy="28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Quantitative evaluation: performed on validation set (labeled), metrics: precision, recall, mAP.</a:t>
            </a:r>
            <a:endParaRPr/>
          </a:p>
          <a:p>
            <a: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Qualitative evaluation: performed on unlabeled test images, checked box localization and class predictions</a:t>
            </a:r>
            <a:endParaRPr/>
          </a:p>
          <a:p>
            <a:pPr marL="742950" marR="0" lvl="1" indent="-196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External evaluation: Emteq images used as additional real world test 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"/>
          <p:cNvSpPr txBox="1">
            <a:spLocks noGrp="1"/>
          </p:cNvSpPr>
          <p:nvPr>
            <p:ph type="title"/>
          </p:nvPr>
        </p:nvSpPr>
        <p:spPr>
          <a:xfrm>
            <a:off x="582517" y="83512"/>
            <a:ext cx="8119781" cy="52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>
                <a:solidFill>
                  <a:schemeClr val="dk1"/>
                </a:solidFill>
              </a:rPr>
              <a:t>Images from the </a:t>
            </a:r>
            <a:r>
              <a:rPr lang="en-US" sz="2800">
                <a:solidFill>
                  <a:srgbClr val="AA1E42"/>
                </a:solidFill>
              </a:rPr>
              <a:t>Food recognition 2022</a:t>
            </a:r>
            <a:r>
              <a:rPr lang="en-US" sz="2800">
                <a:solidFill>
                  <a:schemeClr val="dk1"/>
                </a:solidFill>
              </a:rPr>
              <a:t> dataset</a:t>
            </a:r>
            <a:endParaRPr sz="2800">
              <a:solidFill>
                <a:schemeClr val="accent4"/>
              </a:solidFill>
            </a:endParaRPr>
          </a:p>
        </p:txBody>
      </p:sp>
      <p:pic>
        <p:nvPicPr>
          <p:cNvPr id="824" name="Google Shape;82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52" y="774914"/>
            <a:ext cx="2076931" cy="2076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1856" y="774913"/>
            <a:ext cx="2183668" cy="2076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6997" y="774913"/>
            <a:ext cx="2183668" cy="2076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4021" y="774912"/>
            <a:ext cx="2081818" cy="2076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507" y="2966404"/>
            <a:ext cx="2105349" cy="210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20649" y="2961843"/>
            <a:ext cx="2114875" cy="210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7922" y="2961843"/>
            <a:ext cx="2081818" cy="208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84123" y="2961842"/>
            <a:ext cx="2076931" cy="207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"/>
          <p:cNvSpPr txBox="1">
            <a:spLocks noGrp="1"/>
          </p:cNvSpPr>
          <p:nvPr>
            <p:ph type="title"/>
          </p:nvPr>
        </p:nvSpPr>
        <p:spPr>
          <a:xfrm>
            <a:off x="582517" y="83512"/>
            <a:ext cx="8119781" cy="52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>
                <a:solidFill>
                  <a:schemeClr val="dk1"/>
                </a:solidFill>
              </a:rPr>
              <a:t>Images from the </a:t>
            </a:r>
            <a:r>
              <a:rPr lang="en-US" sz="2800">
                <a:solidFill>
                  <a:srgbClr val="AA1E42"/>
                </a:solidFill>
              </a:rPr>
              <a:t>Food ID – Emteq </a:t>
            </a:r>
            <a:r>
              <a:rPr lang="en-US" sz="2800">
                <a:solidFill>
                  <a:schemeClr val="dk1"/>
                </a:solidFill>
              </a:rPr>
              <a:t>dataset</a:t>
            </a:r>
            <a:endParaRPr sz="2800">
              <a:solidFill>
                <a:schemeClr val="accent4"/>
              </a:solidFill>
            </a:endParaRPr>
          </a:p>
        </p:txBody>
      </p:sp>
      <p:pic>
        <p:nvPicPr>
          <p:cNvPr id="837" name="Google Shape;8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8586"/>
            <a:ext cx="2323449" cy="174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-410897" y="3106911"/>
            <a:ext cx="2447821" cy="137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1369411" y="2877728"/>
            <a:ext cx="2447822" cy="183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3295690" y="2874128"/>
            <a:ext cx="2447820" cy="184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84240" y="678584"/>
            <a:ext cx="2323449" cy="174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8481" y="678584"/>
            <a:ext cx="2323449" cy="174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14758" y="2571750"/>
            <a:ext cx="3404978" cy="255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52722" y="967184"/>
            <a:ext cx="1938649" cy="1453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4" cy="52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>
                <a:solidFill>
                  <a:schemeClr val="dk1"/>
                </a:solidFill>
              </a:rPr>
              <a:t>Evaluation </a:t>
            </a:r>
            <a:r>
              <a:rPr lang="en-US" sz="2800">
                <a:solidFill>
                  <a:srgbClr val="AA1E42"/>
                </a:solidFill>
              </a:rPr>
              <a:t>Metrics</a:t>
            </a:r>
            <a:endParaRPr sz="2800">
              <a:solidFill>
                <a:srgbClr val="AA1E42"/>
              </a:solidFill>
            </a:endParaRPr>
          </a:p>
        </p:txBody>
      </p:sp>
      <p:sp>
        <p:nvSpPr>
          <p:cNvPr id="850" name="Google Shape;850;p10"/>
          <p:cNvSpPr txBox="1">
            <a:spLocks noGrp="1"/>
          </p:cNvSpPr>
          <p:nvPr>
            <p:ph type="subTitle" idx="1"/>
          </p:nvPr>
        </p:nvSpPr>
        <p:spPr>
          <a:xfrm>
            <a:off x="843986" y="1231983"/>
            <a:ext cx="7571593" cy="32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Precision</a:t>
            </a:r>
            <a:r>
              <a:rPr lang="en-US"/>
              <a:t> – fraction of predicted detections that are correct(low false positives)</a:t>
            </a:r>
            <a:endParaRPr/>
          </a:p>
          <a:p>
            <a:pPr marL="28575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Recall</a:t>
            </a:r>
            <a:r>
              <a:rPr lang="en-US"/>
              <a:t> – fraction of ground-truth objects that were detected(low false negatives)</a:t>
            </a:r>
            <a:endParaRPr/>
          </a:p>
          <a:p>
            <a:pPr marL="28575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IoU (Intersection over Union) </a:t>
            </a:r>
            <a:r>
              <a:rPr lang="en-US"/>
              <a:t>– overlap between predicted and true bounding box (used to decide if a detection is correct)</a:t>
            </a:r>
            <a:endParaRPr/>
          </a:p>
          <a:p>
            <a:pPr marL="28575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mAP@0.5 </a:t>
            </a:r>
            <a:r>
              <a:rPr lang="en-US"/>
              <a:t>– mean Average Precision at IoU threshold 0.5</a:t>
            </a:r>
            <a:endParaRPr/>
          </a:p>
          <a:p>
            <a:pPr marL="28575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mAP@0.5:0.95 </a:t>
            </a:r>
            <a:r>
              <a:rPr lang="en-US"/>
              <a:t>– stricter mAP averaged over IoU thresholds 0.50–0.95</a:t>
            </a:r>
            <a:endParaRPr/>
          </a:p>
          <a:p>
            <a:pPr marL="28575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/>
              <a:t>Inference speed </a:t>
            </a:r>
            <a:r>
              <a:rPr lang="en-US"/>
              <a:t>(ms/image or FPS) – runtime performance for deployment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b80fd697f5_0_0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Precision</a:t>
            </a:r>
            <a:endParaRPr sz="2800">
              <a:solidFill>
                <a:srgbClr val="AA1E42"/>
              </a:solidFill>
            </a:endParaRPr>
          </a:p>
        </p:txBody>
      </p:sp>
      <p:pic>
        <p:nvPicPr>
          <p:cNvPr id="856" name="Google Shape;856;g3b80fd697f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75" y="2658100"/>
            <a:ext cx="3079301" cy="230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g3b80fd697f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883" y="2658100"/>
            <a:ext cx="3016667" cy="22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g3b80fd697f5_0_0"/>
          <p:cNvSpPr txBox="1"/>
          <p:nvPr/>
        </p:nvSpPr>
        <p:spPr>
          <a:xfrm>
            <a:off x="1568825" y="2294625"/>
            <a:ext cx="19140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true positive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9" name="Google Shape;859;g3b80fd697f5_0_0"/>
          <p:cNvSpPr txBox="1"/>
          <p:nvPr/>
        </p:nvSpPr>
        <p:spPr>
          <a:xfrm>
            <a:off x="5907800" y="2294625"/>
            <a:ext cx="19140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false positive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60" name="Google Shape;860;g3b80fd697f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7963" y="1241888"/>
            <a:ext cx="3528075" cy="9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b80fd697f5_0_34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Recall</a:t>
            </a:r>
            <a:endParaRPr sz="2800">
              <a:solidFill>
                <a:srgbClr val="AA1E42"/>
              </a:solidFill>
            </a:endParaRPr>
          </a:p>
        </p:txBody>
      </p:sp>
      <p:pic>
        <p:nvPicPr>
          <p:cNvPr id="866" name="Google Shape;866;g3b80fd697f5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75" y="2658100"/>
            <a:ext cx="3079301" cy="230947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b80fd697f5_0_34"/>
          <p:cNvSpPr txBox="1"/>
          <p:nvPr/>
        </p:nvSpPr>
        <p:spPr>
          <a:xfrm>
            <a:off x="1568825" y="2294625"/>
            <a:ext cx="19140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true positive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8" name="Google Shape;868;g3b80fd697f5_0_34"/>
          <p:cNvSpPr txBox="1"/>
          <p:nvPr/>
        </p:nvSpPr>
        <p:spPr>
          <a:xfrm>
            <a:off x="5907800" y="2294625"/>
            <a:ext cx="19140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false negative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69" name="Google Shape;869;g3b80fd697f5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801" y="2658100"/>
            <a:ext cx="3047701" cy="228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b80fd697f5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8434" y="1122050"/>
            <a:ext cx="3373466" cy="11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b80fd697f5_0_10"/>
          <p:cNvSpPr txBox="1">
            <a:spLocks noGrp="1"/>
          </p:cNvSpPr>
          <p:nvPr>
            <p:ph type="title"/>
          </p:nvPr>
        </p:nvSpPr>
        <p:spPr>
          <a:xfrm>
            <a:off x="2203200" y="391550"/>
            <a:ext cx="52209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IoU (Intersection over Union)</a:t>
            </a:r>
            <a:endParaRPr sz="2800">
              <a:solidFill>
                <a:srgbClr val="AA1E42"/>
              </a:solidFill>
            </a:endParaRPr>
          </a:p>
        </p:txBody>
      </p:sp>
      <p:pic>
        <p:nvPicPr>
          <p:cNvPr id="876" name="Google Shape;876;g3b80fd697f5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250" y="1806500"/>
            <a:ext cx="4300050" cy="32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g3b8d30f3e6c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4175" y="75150"/>
            <a:ext cx="9232350" cy="52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b8d30f3e6c_0_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Confidence threshold</a:t>
            </a:r>
            <a:endParaRPr/>
          </a:p>
        </p:txBody>
      </p:sp>
      <p:sp>
        <p:nvSpPr>
          <p:cNvPr id="887" name="Google Shape;887;g3b8d30f3e6c_0_9"/>
          <p:cNvSpPr txBox="1">
            <a:spLocks noGrp="1"/>
          </p:cNvSpPr>
          <p:nvPr>
            <p:ph type="subTitle" idx="2"/>
          </p:nvPr>
        </p:nvSpPr>
        <p:spPr>
          <a:xfrm>
            <a:off x="1041975" y="1777925"/>
            <a:ext cx="7145400" cy="20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Meant to filter predictions before evaluation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Detections are ranked based on their confidence score while evaluating, sorted in a descending order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Detections that do not pass a certain confidence threshold are discarded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Confidence in an internally calculated metric - meant to symbolise hwos ure is the model in its prediction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b80fd697f5_0_15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mAP@0.5</a:t>
            </a:r>
            <a:endParaRPr sz="2800">
              <a:solidFill>
                <a:srgbClr val="AA1E42"/>
              </a:solidFill>
            </a:endParaRPr>
          </a:p>
        </p:txBody>
      </p:sp>
      <p:sp>
        <p:nvSpPr>
          <p:cNvPr id="893" name="Google Shape;893;g3b80fd697f5_0_15"/>
          <p:cNvSpPr txBox="1"/>
          <p:nvPr/>
        </p:nvSpPr>
        <p:spPr>
          <a:xfrm>
            <a:off x="1388050" y="1331675"/>
            <a:ext cx="6364800" cy="31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Make predictions on validation set and draw bounding boxes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each class 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separately 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match boxes to ground truth boxes: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IoU &gt; IoU threshold(0.5 in this case) -&gt; True Positive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IoU &lt; threshold -&gt; False Positive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ground truth box is unmatched -&gt; False Negative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Construct a Precision Recall curve based on different confidence thresholds (again for each class separately) by sweeping through the thresholds: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First (step 1) accept a high confidence threshold and calculate Precision and Recall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the following steps decrease the confidence threshold and do the calculations again and again (Doing the sweep top to bottom for the predictions ranked by their confidence score)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Every step is a dot on the graph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b8d30f3e6c_0_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2800"/>
              <a:t>mAP@0.5</a:t>
            </a:r>
            <a:endParaRPr sz="2800">
              <a:solidFill>
                <a:srgbClr val="AA1E4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9" name="Google Shape;899;g3b8d30f3e6c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425" y="1111425"/>
            <a:ext cx="617709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8d30f3e6c_0_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mAP@0.5</a:t>
            </a:r>
            <a:endParaRPr sz="2800">
              <a:solidFill>
                <a:srgbClr val="AA1E4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g3b8d30f3e6c_0_22"/>
          <p:cNvSpPr txBox="1"/>
          <p:nvPr/>
        </p:nvSpPr>
        <p:spPr>
          <a:xfrm>
            <a:off x="1035750" y="1425625"/>
            <a:ext cx="69051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are under the Precision-Recall curve is known as 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AP-Average Precision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the calculation of this area we use Precision Interpolation as to standardise the curve and remove noise - this means for each recall level use the maximum precision that was gained from before (this removes the natural increase and decrease of precision through the curve)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average of AP through all the classes is known as 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mAP- mean Average Precision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06" name="Google Shape;906;g3b8d30f3e6c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007" y="3069525"/>
            <a:ext cx="4351994" cy="1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80fd697f5_0_20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mAP@0.5:0.95</a:t>
            </a:r>
            <a:endParaRPr sz="2800">
              <a:solidFill>
                <a:srgbClr val="AA1E42"/>
              </a:solidFill>
            </a:endParaRPr>
          </a:p>
        </p:txBody>
      </p:sp>
      <p:sp>
        <p:nvSpPr>
          <p:cNvPr id="912" name="Google Shape;912;g3b80fd697f5_0_20"/>
          <p:cNvSpPr txBox="1">
            <a:spLocks noGrp="1"/>
          </p:cNvSpPr>
          <p:nvPr>
            <p:ph type="title"/>
          </p:nvPr>
        </p:nvSpPr>
        <p:spPr>
          <a:xfrm>
            <a:off x="2261923" y="25640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Inference speed</a:t>
            </a:r>
            <a:endParaRPr sz="28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endParaRPr sz="2800"/>
          </a:p>
        </p:txBody>
      </p:sp>
      <p:sp>
        <p:nvSpPr>
          <p:cNvPr id="913" name="Google Shape;913;g3b80fd697f5_0_20"/>
          <p:cNvSpPr txBox="1"/>
          <p:nvPr/>
        </p:nvSpPr>
        <p:spPr>
          <a:xfrm>
            <a:off x="789150" y="1202500"/>
            <a:ext cx="74568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stricter metric than mAP@0.5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 average of mAP at every IoU threshold from 0.5 to 0.95 with step 0.05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mAP@0.5:0.95 focuses on detection quality while mAP@0.5 focuses only on detection correctness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4" name="Google Shape;914;g3b80fd697f5_0_20"/>
          <p:cNvSpPr txBox="1"/>
          <p:nvPr/>
        </p:nvSpPr>
        <p:spPr>
          <a:xfrm>
            <a:off x="843600" y="3398225"/>
            <a:ext cx="74568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Inference speed measures how fast the model processes images (e.g., milliseconds per image or FPS) during deployment.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Faster inference enables real-time applications, but often trades off with model size and accuracy.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b80fd697f5_0_25"/>
          <p:cNvSpPr txBox="1">
            <a:spLocks noGrp="1"/>
          </p:cNvSpPr>
          <p:nvPr>
            <p:ph type="title"/>
          </p:nvPr>
        </p:nvSpPr>
        <p:spPr>
          <a:xfrm>
            <a:off x="2203198" y="391541"/>
            <a:ext cx="4737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800"/>
              <a:t>Other metrics from YOLO training</a:t>
            </a:r>
            <a:endParaRPr sz="2800"/>
          </a:p>
        </p:txBody>
      </p:sp>
      <p:sp>
        <p:nvSpPr>
          <p:cNvPr id="920" name="Google Shape;920;g3b80fd697f5_0_25"/>
          <p:cNvSpPr txBox="1"/>
          <p:nvPr/>
        </p:nvSpPr>
        <p:spPr>
          <a:xfrm>
            <a:off x="1024000" y="1754425"/>
            <a:ext cx="6928500" cy="23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Box loss (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box_loss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measures how far predicted bounding boxes are from ground-truth boxes, using IoU-based regression loss during training.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Classification loss (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cls_loss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measures how often the model predicts the wrong class label, computed using classification loss (e.g., BCE or focal loss) during training.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DFL loss (</a:t>
            </a: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dfl_loss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measures how accurately the model predicts box boundaries as probability distributions, improving fine-grained localization during training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8d30f3e6c_0_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metric quality </a:t>
            </a:r>
            <a:endParaRPr/>
          </a:p>
        </p:txBody>
      </p:sp>
      <p:sp>
        <p:nvSpPr>
          <p:cNvPr id="926" name="Google Shape;926;g3b8d30f3e6c_0_37"/>
          <p:cNvSpPr txBox="1">
            <a:spLocks noGrp="1"/>
          </p:cNvSpPr>
          <p:nvPr>
            <p:ph type="subTitle" idx="2"/>
          </p:nvPr>
        </p:nvSpPr>
        <p:spPr>
          <a:xfrm>
            <a:off x="1041975" y="1496075"/>
            <a:ext cx="6757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Speed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Inference speed: ≥ 20 FPS (real-time), ≥ 5 FPS (offline)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Validation Metrics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Precision: &gt; 0.75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Recall: &gt; 0.65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mAP@0.5: &gt; 0.70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mAP@0.5:0.95: &gt; 0.45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Training Losses (trend-based)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box_loss: &lt; 1.5 and decreasing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cls_loss: &lt; 1.0 and decreasing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US" sz="1300"/>
              <a:t>dfl_loss: &lt; 2.0 and decreasing</a:t>
            </a:r>
            <a:endParaRPr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1"/>
          <p:cNvSpPr txBox="1">
            <a:spLocks noGrp="1"/>
          </p:cNvSpPr>
          <p:nvPr>
            <p:ph type="title"/>
          </p:nvPr>
        </p:nvSpPr>
        <p:spPr>
          <a:xfrm>
            <a:off x="1305570" y="1804154"/>
            <a:ext cx="7316296" cy="198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6000"/>
              <a:t>Model comparison &amp; LLM integration </a:t>
            </a:r>
            <a:endParaRPr/>
          </a:p>
        </p:txBody>
      </p:sp>
      <p:sp>
        <p:nvSpPr>
          <p:cNvPr id="932" name="Google Shape;932;p11"/>
          <p:cNvSpPr txBox="1">
            <a:spLocks noGrp="1"/>
          </p:cNvSpPr>
          <p:nvPr>
            <p:ph type="title" idx="2"/>
          </p:nvPr>
        </p:nvSpPr>
        <p:spPr>
          <a:xfrm>
            <a:off x="3975900" y="1378225"/>
            <a:ext cx="11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03</a:t>
            </a:r>
            <a:endParaRPr/>
          </a:p>
        </p:txBody>
      </p:sp>
      <p:grpSp>
        <p:nvGrpSpPr>
          <p:cNvPr id="933" name="Google Shape;933;p11"/>
          <p:cNvGrpSpPr/>
          <p:nvPr/>
        </p:nvGrpSpPr>
        <p:grpSpPr>
          <a:xfrm flipH="1">
            <a:off x="7046691" y="3770731"/>
            <a:ext cx="1560527" cy="2051653"/>
            <a:chOff x="4434525" y="1766000"/>
            <a:chExt cx="627625" cy="825150"/>
          </a:xfrm>
        </p:grpSpPr>
        <p:sp>
          <p:nvSpPr>
            <p:cNvPr id="934" name="Google Shape;934;p11"/>
            <p:cNvSpPr/>
            <p:nvPr/>
          </p:nvSpPr>
          <p:spPr>
            <a:xfrm>
              <a:off x="4712525" y="2110875"/>
              <a:ext cx="314375" cy="480275"/>
            </a:xfrm>
            <a:custGeom>
              <a:avLst/>
              <a:gdLst/>
              <a:ahLst/>
              <a:cxnLst/>
              <a:rect l="l" t="t" r="r" b="b"/>
              <a:pathLst>
                <a:path w="12575" h="19211" extrusionOk="0">
                  <a:moveTo>
                    <a:pt x="3430" y="0"/>
                  </a:moveTo>
                  <a:cubicBezTo>
                    <a:pt x="3186" y="49"/>
                    <a:pt x="2937" y="80"/>
                    <a:pt x="2685" y="80"/>
                  </a:cubicBezTo>
                  <a:cubicBezTo>
                    <a:pt x="2593" y="80"/>
                    <a:pt x="2501" y="76"/>
                    <a:pt x="2409" y="67"/>
                  </a:cubicBezTo>
                  <a:cubicBezTo>
                    <a:pt x="2405" y="66"/>
                    <a:pt x="2401" y="65"/>
                    <a:pt x="2398" y="65"/>
                  </a:cubicBezTo>
                  <a:cubicBezTo>
                    <a:pt x="2361" y="65"/>
                    <a:pt x="2343" y="113"/>
                    <a:pt x="2353" y="133"/>
                  </a:cubicBezTo>
                  <a:cubicBezTo>
                    <a:pt x="2353" y="155"/>
                    <a:pt x="2365" y="167"/>
                    <a:pt x="2365" y="167"/>
                  </a:cubicBezTo>
                  <a:cubicBezTo>
                    <a:pt x="2453" y="744"/>
                    <a:pt x="2564" y="1332"/>
                    <a:pt x="2731" y="1898"/>
                  </a:cubicBezTo>
                  <a:cubicBezTo>
                    <a:pt x="2875" y="2464"/>
                    <a:pt x="3064" y="3019"/>
                    <a:pt x="3263" y="3574"/>
                  </a:cubicBezTo>
                  <a:cubicBezTo>
                    <a:pt x="3541" y="4339"/>
                    <a:pt x="3852" y="5094"/>
                    <a:pt x="4185" y="5838"/>
                  </a:cubicBezTo>
                  <a:cubicBezTo>
                    <a:pt x="3707" y="5294"/>
                    <a:pt x="3230" y="4761"/>
                    <a:pt x="2742" y="4239"/>
                  </a:cubicBezTo>
                  <a:cubicBezTo>
                    <a:pt x="2098" y="3562"/>
                    <a:pt x="1454" y="2886"/>
                    <a:pt x="744" y="2286"/>
                  </a:cubicBezTo>
                  <a:cubicBezTo>
                    <a:pt x="719" y="2278"/>
                    <a:pt x="706" y="2257"/>
                    <a:pt x="692" y="2257"/>
                  </a:cubicBezTo>
                  <a:cubicBezTo>
                    <a:pt x="688" y="2257"/>
                    <a:pt x="683" y="2259"/>
                    <a:pt x="678" y="2264"/>
                  </a:cubicBezTo>
                  <a:cubicBezTo>
                    <a:pt x="611" y="2275"/>
                    <a:pt x="567" y="2342"/>
                    <a:pt x="533" y="2375"/>
                  </a:cubicBezTo>
                  <a:cubicBezTo>
                    <a:pt x="478" y="2430"/>
                    <a:pt x="422" y="2486"/>
                    <a:pt x="367" y="2553"/>
                  </a:cubicBezTo>
                  <a:cubicBezTo>
                    <a:pt x="267" y="2675"/>
                    <a:pt x="167" y="2797"/>
                    <a:pt x="56" y="2908"/>
                  </a:cubicBezTo>
                  <a:lnTo>
                    <a:pt x="1" y="2963"/>
                  </a:lnTo>
                  <a:cubicBezTo>
                    <a:pt x="12" y="3052"/>
                    <a:pt x="34" y="3107"/>
                    <a:pt x="89" y="3174"/>
                  </a:cubicBezTo>
                  <a:cubicBezTo>
                    <a:pt x="322" y="3451"/>
                    <a:pt x="522" y="3773"/>
                    <a:pt x="744" y="4051"/>
                  </a:cubicBezTo>
                  <a:cubicBezTo>
                    <a:pt x="1688" y="5227"/>
                    <a:pt x="2586" y="6437"/>
                    <a:pt x="3408" y="7702"/>
                  </a:cubicBezTo>
                  <a:cubicBezTo>
                    <a:pt x="4240" y="8956"/>
                    <a:pt x="5017" y="10266"/>
                    <a:pt x="5749" y="11586"/>
                  </a:cubicBezTo>
                  <a:cubicBezTo>
                    <a:pt x="6426" y="12807"/>
                    <a:pt x="7081" y="14050"/>
                    <a:pt x="7725" y="15315"/>
                  </a:cubicBezTo>
                  <a:cubicBezTo>
                    <a:pt x="8272" y="16398"/>
                    <a:pt x="8901" y="19210"/>
                    <a:pt x="10464" y="19210"/>
                  </a:cubicBezTo>
                  <a:cubicBezTo>
                    <a:pt x="10519" y="19210"/>
                    <a:pt x="10575" y="19207"/>
                    <a:pt x="10632" y="19199"/>
                  </a:cubicBezTo>
                  <a:cubicBezTo>
                    <a:pt x="11187" y="19133"/>
                    <a:pt x="11776" y="18866"/>
                    <a:pt x="12197" y="18500"/>
                  </a:cubicBezTo>
                  <a:cubicBezTo>
                    <a:pt x="12397" y="18334"/>
                    <a:pt x="12552" y="18112"/>
                    <a:pt x="12552" y="17868"/>
                  </a:cubicBezTo>
                  <a:cubicBezTo>
                    <a:pt x="12575" y="17324"/>
                    <a:pt x="12242" y="16858"/>
                    <a:pt x="11975" y="16414"/>
                  </a:cubicBezTo>
                  <a:cubicBezTo>
                    <a:pt x="11665" y="15859"/>
                    <a:pt x="11343" y="15282"/>
                    <a:pt x="11032" y="14727"/>
                  </a:cubicBezTo>
                  <a:cubicBezTo>
                    <a:pt x="10144" y="13096"/>
                    <a:pt x="9334" y="11431"/>
                    <a:pt x="8624" y="9711"/>
                  </a:cubicBezTo>
                  <a:cubicBezTo>
                    <a:pt x="8280" y="8856"/>
                    <a:pt x="7958" y="8013"/>
                    <a:pt x="7680" y="7136"/>
                  </a:cubicBezTo>
                  <a:cubicBezTo>
                    <a:pt x="7403" y="6281"/>
                    <a:pt x="7148" y="5394"/>
                    <a:pt x="6959" y="4506"/>
                  </a:cubicBezTo>
                  <a:cubicBezTo>
                    <a:pt x="6837" y="3962"/>
                    <a:pt x="6726" y="3418"/>
                    <a:pt x="6648" y="2886"/>
                  </a:cubicBezTo>
                  <a:cubicBezTo>
                    <a:pt x="6615" y="2519"/>
                    <a:pt x="6571" y="2164"/>
                    <a:pt x="6471" y="1831"/>
                  </a:cubicBezTo>
                  <a:cubicBezTo>
                    <a:pt x="6460" y="1765"/>
                    <a:pt x="6371" y="1776"/>
                    <a:pt x="6315" y="1765"/>
                  </a:cubicBezTo>
                  <a:cubicBezTo>
                    <a:pt x="6267" y="1756"/>
                    <a:pt x="6218" y="1752"/>
                    <a:pt x="6168" y="1752"/>
                  </a:cubicBezTo>
                  <a:cubicBezTo>
                    <a:pt x="6035" y="1752"/>
                    <a:pt x="5898" y="1776"/>
                    <a:pt x="5760" y="1776"/>
                  </a:cubicBezTo>
                  <a:cubicBezTo>
                    <a:pt x="5738" y="1776"/>
                    <a:pt x="5694" y="1776"/>
                    <a:pt x="5683" y="1820"/>
                  </a:cubicBezTo>
                  <a:cubicBezTo>
                    <a:pt x="5649" y="1898"/>
                    <a:pt x="5683" y="1998"/>
                    <a:pt x="5683" y="2075"/>
                  </a:cubicBezTo>
                  <a:cubicBezTo>
                    <a:pt x="5727" y="2453"/>
                    <a:pt x="5705" y="2830"/>
                    <a:pt x="5727" y="3185"/>
                  </a:cubicBezTo>
                  <a:cubicBezTo>
                    <a:pt x="5738" y="3562"/>
                    <a:pt x="5783" y="3940"/>
                    <a:pt x="5816" y="4295"/>
                  </a:cubicBezTo>
                  <a:cubicBezTo>
                    <a:pt x="5960" y="5349"/>
                    <a:pt x="6171" y="6381"/>
                    <a:pt x="6426" y="7402"/>
                  </a:cubicBezTo>
                  <a:cubicBezTo>
                    <a:pt x="6171" y="6836"/>
                    <a:pt x="5905" y="6270"/>
                    <a:pt x="5649" y="5682"/>
                  </a:cubicBezTo>
                  <a:cubicBezTo>
                    <a:pt x="5261" y="4783"/>
                    <a:pt x="4873" y="3884"/>
                    <a:pt x="4540" y="2952"/>
                  </a:cubicBezTo>
                  <a:cubicBezTo>
                    <a:pt x="4362" y="2486"/>
                    <a:pt x="4207" y="2009"/>
                    <a:pt x="4040" y="1543"/>
                  </a:cubicBezTo>
                  <a:cubicBezTo>
                    <a:pt x="3896" y="1077"/>
                    <a:pt x="3763" y="599"/>
                    <a:pt x="3563" y="155"/>
                  </a:cubicBezTo>
                  <a:cubicBezTo>
                    <a:pt x="3541" y="111"/>
                    <a:pt x="3519" y="67"/>
                    <a:pt x="3485" y="22"/>
                  </a:cubicBezTo>
                  <a:cubicBezTo>
                    <a:pt x="3485" y="11"/>
                    <a:pt x="3474" y="0"/>
                    <a:pt x="3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1"/>
            <p:cNvSpPr/>
            <p:nvPr/>
          </p:nvSpPr>
          <p:spPr>
            <a:xfrm>
              <a:off x="4434525" y="1766000"/>
              <a:ext cx="627625" cy="498675"/>
            </a:xfrm>
            <a:custGeom>
              <a:avLst/>
              <a:gdLst/>
              <a:ahLst/>
              <a:cxnLst/>
              <a:rect l="l" t="t" r="r" b="b"/>
              <a:pathLst>
                <a:path w="25105" h="19947" extrusionOk="0">
                  <a:moveTo>
                    <a:pt x="13817" y="0"/>
                  </a:moveTo>
                  <a:cubicBezTo>
                    <a:pt x="12952" y="11"/>
                    <a:pt x="12164" y="422"/>
                    <a:pt x="11542" y="988"/>
                  </a:cubicBezTo>
                  <a:cubicBezTo>
                    <a:pt x="11098" y="1388"/>
                    <a:pt x="10710" y="1954"/>
                    <a:pt x="10455" y="2586"/>
                  </a:cubicBezTo>
                  <a:cubicBezTo>
                    <a:pt x="10421" y="2553"/>
                    <a:pt x="10388" y="2508"/>
                    <a:pt x="10333" y="2486"/>
                  </a:cubicBezTo>
                  <a:cubicBezTo>
                    <a:pt x="10044" y="2275"/>
                    <a:pt x="9722" y="2098"/>
                    <a:pt x="9378" y="1987"/>
                  </a:cubicBezTo>
                  <a:cubicBezTo>
                    <a:pt x="9051" y="1874"/>
                    <a:pt x="8703" y="1816"/>
                    <a:pt x="8355" y="1816"/>
                  </a:cubicBezTo>
                  <a:cubicBezTo>
                    <a:pt x="7480" y="1816"/>
                    <a:pt x="6610" y="2180"/>
                    <a:pt x="6093" y="2919"/>
                  </a:cubicBezTo>
                  <a:cubicBezTo>
                    <a:pt x="5727" y="3419"/>
                    <a:pt x="5538" y="4073"/>
                    <a:pt x="5627" y="4695"/>
                  </a:cubicBezTo>
                  <a:cubicBezTo>
                    <a:pt x="5649" y="4750"/>
                    <a:pt x="5660" y="4784"/>
                    <a:pt x="5660" y="4828"/>
                  </a:cubicBezTo>
                  <a:cubicBezTo>
                    <a:pt x="5660" y="4828"/>
                    <a:pt x="5455" y="4817"/>
                    <a:pt x="5198" y="4817"/>
                  </a:cubicBezTo>
                  <a:cubicBezTo>
                    <a:pt x="4942" y="4817"/>
                    <a:pt x="4634" y="4828"/>
                    <a:pt x="4429" y="4872"/>
                  </a:cubicBezTo>
                  <a:cubicBezTo>
                    <a:pt x="4051" y="4939"/>
                    <a:pt x="3707" y="5128"/>
                    <a:pt x="3408" y="5327"/>
                  </a:cubicBezTo>
                  <a:cubicBezTo>
                    <a:pt x="2842" y="5749"/>
                    <a:pt x="2431" y="6404"/>
                    <a:pt x="2320" y="7092"/>
                  </a:cubicBezTo>
                  <a:cubicBezTo>
                    <a:pt x="2242" y="7480"/>
                    <a:pt x="2264" y="7880"/>
                    <a:pt x="2342" y="8290"/>
                  </a:cubicBezTo>
                  <a:cubicBezTo>
                    <a:pt x="2375" y="8400"/>
                    <a:pt x="2676" y="9346"/>
                    <a:pt x="2823" y="9346"/>
                  </a:cubicBezTo>
                  <a:cubicBezTo>
                    <a:pt x="2824" y="9346"/>
                    <a:pt x="2826" y="9346"/>
                    <a:pt x="2827" y="9345"/>
                  </a:cubicBezTo>
                  <a:lnTo>
                    <a:pt x="2827" y="9345"/>
                  </a:lnTo>
                  <a:cubicBezTo>
                    <a:pt x="2761" y="9357"/>
                    <a:pt x="2685" y="9379"/>
                    <a:pt x="2620" y="9400"/>
                  </a:cubicBezTo>
                  <a:cubicBezTo>
                    <a:pt x="1099" y="9922"/>
                    <a:pt x="0" y="11908"/>
                    <a:pt x="1144" y="13296"/>
                  </a:cubicBezTo>
                  <a:cubicBezTo>
                    <a:pt x="1599" y="13839"/>
                    <a:pt x="2220" y="14283"/>
                    <a:pt x="2897" y="14561"/>
                  </a:cubicBezTo>
                  <a:cubicBezTo>
                    <a:pt x="2875" y="14616"/>
                    <a:pt x="2842" y="14672"/>
                    <a:pt x="2830" y="14727"/>
                  </a:cubicBezTo>
                  <a:cubicBezTo>
                    <a:pt x="2198" y="16503"/>
                    <a:pt x="3552" y="18256"/>
                    <a:pt x="5117" y="18956"/>
                  </a:cubicBezTo>
                  <a:cubicBezTo>
                    <a:pt x="5491" y="19116"/>
                    <a:pt x="5873" y="19205"/>
                    <a:pt x="6261" y="19205"/>
                  </a:cubicBezTo>
                  <a:cubicBezTo>
                    <a:pt x="6357" y="19205"/>
                    <a:pt x="6452" y="19200"/>
                    <a:pt x="6548" y="19189"/>
                  </a:cubicBezTo>
                  <a:cubicBezTo>
                    <a:pt x="6615" y="19255"/>
                    <a:pt x="6704" y="19322"/>
                    <a:pt x="6781" y="19399"/>
                  </a:cubicBezTo>
                  <a:cubicBezTo>
                    <a:pt x="7283" y="19776"/>
                    <a:pt x="7977" y="19946"/>
                    <a:pt x="8646" y="19946"/>
                  </a:cubicBezTo>
                  <a:cubicBezTo>
                    <a:pt x="8983" y="19946"/>
                    <a:pt x="9314" y="19903"/>
                    <a:pt x="9611" y="19821"/>
                  </a:cubicBezTo>
                  <a:cubicBezTo>
                    <a:pt x="10643" y="19544"/>
                    <a:pt x="11576" y="18789"/>
                    <a:pt x="11853" y="17735"/>
                  </a:cubicBezTo>
                  <a:cubicBezTo>
                    <a:pt x="11886" y="17591"/>
                    <a:pt x="12086" y="16570"/>
                    <a:pt x="11931" y="16492"/>
                  </a:cubicBezTo>
                  <a:lnTo>
                    <a:pt x="11931" y="16492"/>
                  </a:lnTo>
                  <a:cubicBezTo>
                    <a:pt x="11975" y="16514"/>
                    <a:pt x="12008" y="16536"/>
                    <a:pt x="12075" y="16547"/>
                  </a:cubicBezTo>
                  <a:cubicBezTo>
                    <a:pt x="12540" y="16718"/>
                    <a:pt x="13046" y="16822"/>
                    <a:pt x="13551" y="16822"/>
                  </a:cubicBezTo>
                  <a:cubicBezTo>
                    <a:pt x="13866" y="16822"/>
                    <a:pt x="14180" y="16781"/>
                    <a:pt x="14483" y="16692"/>
                  </a:cubicBezTo>
                  <a:cubicBezTo>
                    <a:pt x="15182" y="16481"/>
                    <a:pt x="15715" y="15981"/>
                    <a:pt x="16015" y="15382"/>
                  </a:cubicBezTo>
                  <a:cubicBezTo>
                    <a:pt x="16492" y="16203"/>
                    <a:pt x="17180" y="16847"/>
                    <a:pt x="18068" y="17235"/>
                  </a:cubicBezTo>
                  <a:cubicBezTo>
                    <a:pt x="18528" y="17432"/>
                    <a:pt x="19025" y="17546"/>
                    <a:pt x="19519" y="17546"/>
                  </a:cubicBezTo>
                  <a:cubicBezTo>
                    <a:pt x="19921" y="17546"/>
                    <a:pt x="20321" y="17471"/>
                    <a:pt x="20698" y="17302"/>
                  </a:cubicBezTo>
                  <a:cubicBezTo>
                    <a:pt x="21286" y="17036"/>
                    <a:pt x="21764" y="16570"/>
                    <a:pt x="21986" y="15970"/>
                  </a:cubicBezTo>
                  <a:cubicBezTo>
                    <a:pt x="22245" y="16051"/>
                    <a:pt x="22515" y="16101"/>
                    <a:pt x="22781" y="16101"/>
                  </a:cubicBezTo>
                  <a:cubicBezTo>
                    <a:pt x="23062" y="16101"/>
                    <a:pt x="23338" y="16046"/>
                    <a:pt x="23595" y="15915"/>
                  </a:cubicBezTo>
                  <a:cubicBezTo>
                    <a:pt x="24161" y="15637"/>
                    <a:pt x="24427" y="15071"/>
                    <a:pt x="24538" y="14483"/>
                  </a:cubicBezTo>
                  <a:cubicBezTo>
                    <a:pt x="24649" y="13906"/>
                    <a:pt x="24571" y="13329"/>
                    <a:pt x="24205" y="12863"/>
                  </a:cubicBezTo>
                  <a:cubicBezTo>
                    <a:pt x="24105" y="12741"/>
                    <a:pt x="23994" y="12608"/>
                    <a:pt x="23872" y="12508"/>
                  </a:cubicBezTo>
                  <a:cubicBezTo>
                    <a:pt x="24250" y="12319"/>
                    <a:pt x="24538" y="11986"/>
                    <a:pt x="24716" y="11598"/>
                  </a:cubicBezTo>
                  <a:cubicBezTo>
                    <a:pt x="25037" y="10921"/>
                    <a:pt x="25104" y="10066"/>
                    <a:pt x="24960" y="9323"/>
                  </a:cubicBezTo>
                  <a:cubicBezTo>
                    <a:pt x="24816" y="8635"/>
                    <a:pt x="24383" y="8069"/>
                    <a:pt x="23817" y="7669"/>
                  </a:cubicBezTo>
                  <a:cubicBezTo>
                    <a:pt x="23295" y="7314"/>
                    <a:pt x="22585" y="6981"/>
                    <a:pt x="21863" y="6881"/>
                  </a:cubicBezTo>
                  <a:cubicBezTo>
                    <a:pt x="22385" y="5749"/>
                    <a:pt x="21997" y="4295"/>
                    <a:pt x="21098" y="3341"/>
                  </a:cubicBezTo>
                  <a:cubicBezTo>
                    <a:pt x="20476" y="2697"/>
                    <a:pt x="19599" y="2220"/>
                    <a:pt x="18701" y="2164"/>
                  </a:cubicBezTo>
                  <a:cubicBezTo>
                    <a:pt x="18651" y="2162"/>
                    <a:pt x="18601" y="2161"/>
                    <a:pt x="18551" y="2161"/>
                  </a:cubicBezTo>
                  <a:cubicBezTo>
                    <a:pt x="18140" y="2161"/>
                    <a:pt x="17714" y="2243"/>
                    <a:pt x="17358" y="2431"/>
                  </a:cubicBezTo>
                  <a:cubicBezTo>
                    <a:pt x="17358" y="2431"/>
                    <a:pt x="17213" y="1931"/>
                    <a:pt x="16869" y="1487"/>
                  </a:cubicBezTo>
                  <a:cubicBezTo>
                    <a:pt x="16636" y="1177"/>
                    <a:pt x="16326" y="899"/>
                    <a:pt x="16026" y="700"/>
                  </a:cubicBezTo>
                  <a:cubicBezTo>
                    <a:pt x="15393" y="278"/>
                    <a:pt x="14583" y="0"/>
                    <a:pt x="13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1"/>
            <p:cNvSpPr/>
            <p:nvPr/>
          </p:nvSpPr>
          <p:spPr>
            <a:xfrm>
              <a:off x="4802150" y="2277325"/>
              <a:ext cx="143725" cy="255000"/>
            </a:xfrm>
            <a:custGeom>
              <a:avLst/>
              <a:gdLst/>
              <a:ahLst/>
              <a:cxnLst/>
              <a:rect l="l" t="t" r="r" b="b"/>
              <a:pathLst>
                <a:path w="5749" h="10200" fill="none" extrusionOk="0">
                  <a:moveTo>
                    <a:pt x="5749" y="10200"/>
                  </a:moveTo>
                  <a:cubicBezTo>
                    <a:pt x="4506" y="7037"/>
                    <a:pt x="2109" y="2764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1"/>
            <p:cNvSpPr/>
            <p:nvPr/>
          </p:nvSpPr>
          <p:spPr>
            <a:xfrm>
              <a:off x="4882875" y="2253475"/>
              <a:ext cx="39700" cy="108775"/>
            </a:xfrm>
            <a:custGeom>
              <a:avLst/>
              <a:gdLst/>
              <a:ahLst/>
              <a:cxnLst/>
              <a:rect l="l" t="t" r="r" b="b"/>
              <a:pathLst>
                <a:path w="1588" h="4351" fill="none" extrusionOk="0">
                  <a:moveTo>
                    <a:pt x="1588" y="4351"/>
                  </a:moveTo>
                  <a:cubicBezTo>
                    <a:pt x="889" y="2964"/>
                    <a:pt x="367" y="1499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1"/>
            <p:cNvSpPr/>
            <p:nvPr/>
          </p:nvSpPr>
          <p:spPr>
            <a:xfrm>
              <a:off x="4553825" y="1859775"/>
              <a:ext cx="379850" cy="217000"/>
            </a:xfrm>
            <a:custGeom>
              <a:avLst/>
              <a:gdLst/>
              <a:ahLst/>
              <a:cxnLst/>
              <a:rect l="l" t="t" r="r" b="b"/>
              <a:pathLst>
                <a:path w="15194" h="8680" fill="none" extrusionOk="0">
                  <a:moveTo>
                    <a:pt x="15049" y="4983"/>
                  </a:moveTo>
                  <a:cubicBezTo>
                    <a:pt x="15194" y="4107"/>
                    <a:pt x="14805" y="3174"/>
                    <a:pt x="14095" y="2653"/>
                  </a:cubicBezTo>
                  <a:cubicBezTo>
                    <a:pt x="13385" y="2120"/>
                    <a:pt x="12375" y="2031"/>
                    <a:pt x="11587" y="2431"/>
                  </a:cubicBezTo>
                  <a:cubicBezTo>
                    <a:pt x="11354" y="1454"/>
                    <a:pt x="10655" y="555"/>
                    <a:pt x="9689" y="278"/>
                  </a:cubicBezTo>
                  <a:cubicBezTo>
                    <a:pt x="8713" y="0"/>
                    <a:pt x="7547" y="478"/>
                    <a:pt x="7225" y="1443"/>
                  </a:cubicBezTo>
                  <a:cubicBezTo>
                    <a:pt x="6770" y="578"/>
                    <a:pt x="5450" y="333"/>
                    <a:pt x="4728" y="977"/>
                  </a:cubicBezTo>
                  <a:cubicBezTo>
                    <a:pt x="3996" y="1632"/>
                    <a:pt x="4085" y="2964"/>
                    <a:pt x="4884" y="3518"/>
                  </a:cubicBezTo>
                  <a:cubicBezTo>
                    <a:pt x="4440" y="3341"/>
                    <a:pt x="3974" y="3208"/>
                    <a:pt x="3496" y="3263"/>
                  </a:cubicBezTo>
                  <a:cubicBezTo>
                    <a:pt x="3019" y="3319"/>
                    <a:pt x="2553" y="3563"/>
                    <a:pt x="2342" y="3996"/>
                  </a:cubicBezTo>
                  <a:cubicBezTo>
                    <a:pt x="2143" y="4429"/>
                    <a:pt x="2287" y="5017"/>
                    <a:pt x="2709" y="5228"/>
                  </a:cubicBezTo>
                  <a:cubicBezTo>
                    <a:pt x="1798" y="4884"/>
                    <a:pt x="666" y="5405"/>
                    <a:pt x="334" y="6315"/>
                  </a:cubicBezTo>
                  <a:cubicBezTo>
                    <a:pt x="1" y="7214"/>
                    <a:pt x="511" y="8346"/>
                    <a:pt x="1410" y="867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1"/>
            <p:cNvSpPr/>
            <p:nvPr/>
          </p:nvSpPr>
          <p:spPr>
            <a:xfrm>
              <a:off x="4832100" y="2048725"/>
              <a:ext cx="160400" cy="82975"/>
            </a:xfrm>
            <a:custGeom>
              <a:avLst/>
              <a:gdLst/>
              <a:ahLst/>
              <a:cxnLst/>
              <a:rect l="l" t="t" r="r" b="b"/>
              <a:pathLst>
                <a:path w="6416" h="3319" fill="none" extrusionOk="0">
                  <a:moveTo>
                    <a:pt x="6282" y="3318"/>
                  </a:moveTo>
                  <a:cubicBezTo>
                    <a:pt x="6415" y="2897"/>
                    <a:pt x="6271" y="2397"/>
                    <a:pt x="5916" y="2120"/>
                  </a:cubicBezTo>
                  <a:cubicBezTo>
                    <a:pt x="5572" y="1842"/>
                    <a:pt x="5062" y="1809"/>
                    <a:pt x="4684" y="2009"/>
                  </a:cubicBezTo>
                  <a:cubicBezTo>
                    <a:pt x="4740" y="1210"/>
                    <a:pt x="4218" y="400"/>
                    <a:pt x="3463" y="144"/>
                  </a:cubicBezTo>
                  <a:cubicBezTo>
                    <a:pt x="3086" y="0"/>
                    <a:pt x="2642" y="0"/>
                    <a:pt x="2287" y="200"/>
                  </a:cubicBezTo>
                  <a:cubicBezTo>
                    <a:pt x="1921" y="389"/>
                    <a:pt x="1677" y="777"/>
                    <a:pt x="1699" y="1176"/>
                  </a:cubicBezTo>
                  <a:cubicBezTo>
                    <a:pt x="1521" y="788"/>
                    <a:pt x="1000" y="599"/>
                    <a:pt x="589" y="766"/>
                  </a:cubicBezTo>
                  <a:cubicBezTo>
                    <a:pt x="190" y="943"/>
                    <a:pt x="1" y="1476"/>
                    <a:pt x="178" y="18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1"/>
            <p:cNvSpPr/>
            <p:nvPr/>
          </p:nvSpPr>
          <p:spPr>
            <a:xfrm>
              <a:off x="4587125" y="2105600"/>
              <a:ext cx="115450" cy="114050"/>
            </a:xfrm>
            <a:custGeom>
              <a:avLst/>
              <a:gdLst/>
              <a:ahLst/>
              <a:cxnLst/>
              <a:rect l="l" t="t" r="r" b="b"/>
              <a:pathLst>
                <a:path w="4618" h="4562" fill="none" extrusionOk="0">
                  <a:moveTo>
                    <a:pt x="4617" y="1066"/>
                  </a:moveTo>
                  <a:cubicBezTo>
                    <a:pt x="4473" y="766"/>
                    <a:pt x="4140" y="555"/>
                    <a:pt x="3796" y="544"/>
                  </a:cubicBezTo>
                  <a:cubicBezTo>
                    <a:pt x="3463" y="533"/>
                    <a:pt x="3119" y="710"/>
                    <a:pt x="2941" y="999"/>
                  </a:cubicBezTo>
                  <a:cubicBezTo>
                    <a:pt x="2886" y="555"/>
                    <a:pt x="2298" y="144"/>
                    <a:pt x="1887" y="89"/>
                  </a:cubicBezTo>
                  <a:cubicBezTo>
                    <a:pt x="1254" y="0"/>
                    <a:pt x="544" y="333"/>
                    <a:pt x="278" y="944"/>
                  </a:cubicBezTo>
                  <a:cubicBezTo>
                    <a:pt x="0" y="1620"/>
                    <a:pt x="400" y="2397"/>
                    <a:pt x="1010" y="2752"/>
                  </a:cubicBezTo>
                  <a:cubicBezTo>
                    <a:pt x="611" y="2697"/>
                    <a:pt x="267" y="3108"/>
                    <a:pt x="267" y="3529"/>
                  </a:cubicBezTo>
                  <a:cubicBezTo>
                    <a:pt x="267" y="3940"/>
                    <a:pt x="511" y="4284"/>
                    <a:pt x="822" y="456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1"/>
            <p:cNvSpPr/>
            <p:nvPr/>
          </p:nvSpPr>
          <p:spPr>
            <a:xfrm>
              <a:off x="4925325" y="2407350"/>
              <a:ext cx="66900" cy="119750"/>
            </a:xfrm>
            <a:custGeom>
              <a:avLst/>
              <a:gdLst/>
              <a:ahLst/>
              <a:cxnLst/>
              <a:rect l="l" t="t" r="r" b="b"/>
              <a:pathLst>
                <a:path w="2676" h="4790" extrusionOk="0">
                  <a:moveTo>
                    <a:pt x="139" y="1"/>
                  </a:moveTo>
                  <a:cubicBezTo>
                    <a:pt x="63" y="1"/>
                    <a:pt x="8" y="61"/>
                    <a:pt x="1" y="227"/>
                  </a:cubicBezTo>
                  <a:cubicBezTo>
                    <a:pt x="1" y="315"/>
                    <a:pt x="23" y="415"/>
                    <a:pt x="56" y="504"/>
                  </a:cubicBezTo>
                  <a:cubicBezTo>
                    <a:pt x="400" y="1514"/>
                    <a:pt x="844" y="2502"/>
                    <a:pt x="1377" y="3412"/>
                  </a:cubicBezTo>
                  <a:cubicBezTo>
                    <a:pt x="1610" y="3833"/>
                    <a:pt x="1843" y="4300"/>
                    <a:pt x="2165" y="4633"/>
                  </a:cubicBezTo>
                  <a:cubicBezTo>
                    <a:pt x="2256" y="4734"/>
                    <a:pt x="2357" y="4789"/>
                    <a:pt x="2442" y="4789"/>
                  </a:cubicBezTo>
                  <a:cubicBezTo>
                    <a:pt x="2449" y="4789"/>
                    <a:pt x="2457" y="4789"/>
                    <a:pt x="2465" y="4788"/>
                  </a:cubicBezTo>
                  <a:cubicBezTo>
                    <a:pt x="2553" y="4777"/>
                    <a:pt x="2620" y="4688"/>
                    <a:pt x="2653" y="4610"/>
                  </a:cubicBezTo>
                  <a:cubicBezTo>
                    <a:pt x="2675" y="4522"/>
                    <a:pt x="2664" y="4422"/>
                    <a:pt x="2653" y="4344"/>
                  </a:cubicBezTo>
                  <a:cubicBezTo>
                    <a:pt x="2509" y="3623"/>
                    <a:pt x="2209" y="2946"/>
                    <a:pt x="1843" y="2302"/>
                  </a:cubicBezTo>
                  <a:cubicBezTo>
                    <a:pt x="1488" y="1647"/>
                    <a:pt x="1111" y="1015"/>
                    <a:pt x="667" y="415"/>
                  </a:cubicBezTo>
                  <a:cubicBezTo>
                    <a:pt x="582" y="300"/>
                    <a:pt x="308" y="1"/>
                    <a:pt x="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4911175" y="2374200"/>
              <a:ext cx="18900" cy="24400"/>
            </a:xfrm>
            <a:custGeom>
              <a:avLst/>
              <a:gdLst/>
              <a:ahLst/>
              <a:cxnLst/>
              <a:rect l="l" t="t" r="r" b="b"/>
              <a:pathLst>
                <a:path w="756" h="976" extrusionOk="0">
                  <a:moveTo>
                    <a:pt x="224" y="0"/>
                  </a:moveTo>
                  <a:cubicBezTo>
                    <a:pt x="205" y="0"/>
                    <a:pt x="186" y="3"/>
                    <a:pt x="167" y="10"/>
                  </a:cubicBezTo>
                  <a:cubicBezTo>
                    <a:pt x="56" y="43"/>
                    <a:pt x="1" y="188"/>
                    <a:pt x="23" y="310"/>
                  </a:cubicBezTo>
                  <a:cubicBezTo>
                    <a:pt x="56" y="565"/>
                    <a:pt x="234" y="798"/>
                    <a:pt x="445" y="920"/>
                  </a:cubicBezTo>
                  <a:cubicBezTo>
                    <a:pt x="478" y="953"/>
                    <a:pt x="522" y="976"/>
                    <a:pt x="578" y="976"/>
                  </a:cubicBezTo>
                  <a:cubicBezTo>
                    <a:pt x="633" y="976"/>
                    <a:pt x="678" y="964"/>
                    <a:pt x="722" y="931"/>
                  </a:cubicBezTo>
                  <a:cubicBezTo>
                    <a:pt x="755" y="898"/>
                    <a:pt x="755" y="820"/>
                    <a:pt x="744" y="754"/>
                  </a:cubicBezTo>
                  <a:cubicBezTo>
                    <a:pt x="722" y="509"/>
                    <a:pt x="622" y="265"/>
                    <a:pt x="445" y="99"/>
                  </a:cubicBezTo>
                  <a:cubicBezTo>
                    <a:pt x="383" y="46"/>
                    <a:pt x="300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4893900" y="1836525"/>
              <a:ext cx="75025" cy="85750"/>
            </a:xfrm>
            <a:custGeom>
              <a:avLst/>
              <a:gdLst/>
              <a:ahLst/>
              <a:cxnLst/>
              <a:rect l="l" t="t" r="r" b="b"/>
              <a:pathLst>
                <a:path w="3001" h="3430" extrusionOk="0">
                  <a:moveTo>
                    <a:pt x="542" y="1"/>
                  </a:moveTo>
                  <a:cubicBezTo>
                    <a:pt x="277" y="1"/>
                    <a:pt x="1" y="133"/>
                    <a:pt x="203" y="442"/>
                  </a:cubicBezTo>
                  <a:cubicBezTo>
                    <a:pt x="492" y="886"/>
                    <a:pt x="1047" y="1053"/>
                    <a:pt x="1358" y="1474"/>
                  </a:cubicBezTo>
                  <a:cubicBezTo>
                    <a:pt x="1469" y="1607"/>
                    <a:pt x="1546" y="1752"/>
                    <a:pt x="1635" y="1896"/>
                  </a:cubicBezTo>
                  <a:cubicBezTo>
                    <a:pt x="1813" y="2218"/>
                    <a:pt x="1935" y="2562"/>
                    <a:pt x="2079" y="2917"/>
                  </a:cubicBezTo>
                  <a:cubicBezTo>
                    <a:pt x="2135" y="3083"/>
                    <a:pt x="2212" y="3217"/>
                    <a:pt x="2356" y="3328"/>
                  </a:cubicBezTo>
                  <a:cubicBezTo>
                    <a:pt x="2436" y="3387"/>
                    <a:pt x="2551" y="3429"/>
                    <a:pt x="2662" y="3429"/>
                  </a:cubicBezTo>
                  <a:cubicBezTo>
                    <a:pt x="2675" y="3429"/>
                    <a:pt x="2688" y="3429"/>
                    <a:pt x="2700" y="3427"/>
                  </a:cubicBezTo>
                  <a:cubicBezTo>
                    <a:pt x="2989" y="3372"/>
                    <a:pt x="3000" y="3028"/>
                    <a:pt x="2989" y="2784"/>
                  </a:cubicBezTo>
                  <a:cubicBezTo>
                    <a:pt x="2878" y="1563"/>
                    <a:pt x="1924" y="209"/>
                    <a:pt x="658" y="9"/>
                  </a:cubicBezTo>
                  <a:cubicBezTo>
                    <a:pt x="621" y="4"/>
                    <a:pt x="582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4813525" y="1788550"/>
              <a:ext cx="46625" cy="47825"/>
            </a:xfrm>
            <a:custGeom>
              <a:avLst/>
              <a:gdLst/>
              <a:ahLst/>
              <a:cxnLst/>
              <a:rect l="l" t="t" r="r" b="b"/>
              <a:pathLst>
                <a:path w="1865" h="1913" extrusionOk="0">
                  <a:moveTo>
                    <a:pt x="206" y="0"/>
                  </a:moveTo>
                  <a:cubicBezTo>
                    <a:pt x="169" y="0"/>
                    <a:pt x="133" y="9"/>
                    <a:pt x="100" y="31"/>
                  </a:cubicBezTo>
                  <a:cubicBezTo>
                    <a:pt x="0" y="86"/>
                    <a:pt x="0" y="219"/>
                    <a:pt x="45" y="319"/>
                  </a:cubicBezTo>
                  <a:cubicBezTo>
                    <a:pt x="100" y="430"/>
                    <a:pt x="200" y="497"/>
                    <a:pt x="267" y="597"/>
                  </a:cubicBezTo>
                  <a:cubicBezTo>
                    <a:pt x="367" y="708"/>
                    <a:pt x="466" y="830"/>
                    <a:pt x="555" y="963"/>
                  </a:cubicBezTo>
                  <a:cubicBezTo>
                    <a:pt x="733" y="1196"/>
                    <a:pt x="899" y="1462"/>
                    <a:pt x="1099" y="1684"/>
                  </a:cubicBezTo>
                  <a:cubicBezTo>
                    <a:pt x="1185" y="1778"/>
                    <a:pt x="1336" y="1912"/>
                    <a:pt x="1483" y="1912"/>
                  </a:cubicBezTo>
                  <a:cubicBezTo>
                    <a:pt x="1526" y="1912"/>
                    <a:pt x="1569" y="1901"/>
                    <a:pt x="1609" y="1873"/>
                  </a:cubicBezTo>
                  <a:cubicBezTo>
                    <a:pt x="1865" y="1695"/>
                    <a:pt x="1499" y="1140"/>
                    <a:pt x="1376" y="963"/>
                  </a:cubicBezTo>
                  <a:cubicBezTo>
                    <a:pt x="1132" y="597"/>
                    <a:pt x="810" y="297"/>
                    <a:pt x="433" y="75"/>
                  </a:cubicBezTo>
                  <a:cubicBezTo>
                    <a:pt x="366" y="38"/>
                    <a:pt x="283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5" name="Google Shape;945;p11"/>
          <p:cNvGrpSpPr/>
          <p:nvPr/>
        </p:nvGrpSpPr>
        <p:grpSpPr>
          <a:xfrm>
            <a:off x="7656879" y="503887"/>
            <a:ext cx="1850668" cy="1136666"/>
            <a:chOff x="5723275" y="2255625"/>
            <a:chExt cx="562975" cy="345775"/>
          </a:xfrm>
        </p:grpSpPr>
        <p:sp>
          <p:nvSpPr>
            <p:cNvPr id="946" name="Google Shape;946;p11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1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1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1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1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1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1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1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1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1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1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1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1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1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1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3" name="Google Shape;993;p11"/>
          <p:cNvSpPr txBox="1"/>
          <p:nvPr/>
        </p:nvSpPr>
        <p:spPr>
          <a:xfrm>
            <a:off x="1305568" y="456246"/>
            <a:ext cx="6267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https://colab.research.google.com/drive/1G_cBMYDDwW4bThjDGTDKaA6-Oo5H4cb1?usp=drive_link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https://colab.research.google.com/drive/1Vhk6FLzhc2JFwVSdgc_BtQrYL3s4iDB0?usp=drive_link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https://colab.research.google.com/drive/1tT4ksfBRD6La27PJiGd6wGV0lrhAKNKV?usp=drive_link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u="sng">
                <a:solidFill>
                  <a:schemeClr val="hlink"/>
                </a:solidFill>
                <a:hlinkClick r:id="rId6"/>
              </a:rPr>
              <a:t>https://colab.research.google.com/drive/1m-rgc9wjDSmFg8k4Rmne0FgEuyH0ka0N?usp=sharing</a:t>
            </a:r>
            <a:r>
              <a:rPr lang="en-US" sz="1050"/>
              <a:t> </a:t>
            </a:r>
            <a:endParaRPr sz="10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Model </a:t>
            </a:r>
            <a:r>
              <a:rPr lang="en-US">
                <a:solidFill>
                  <a:srgbClr val="AA1E42"/>
                </a:solidFill>
              </a:rPr>
              <a:t>comparison </a:t>
            </a:r>
            <a:endParaRPr>
              <a:solidFill>
                <a:srgbClr val="AA1E42"/>
              </a:solidFill>
            </a:endParaRPr>
          </a:p>
        </p:txBody>
      </p:sp>
      <p:sp>
        <p:nvSpPr>
          <p:cNvPr id="999" name="Google Shape;999;p12"/>
          <p:cNvSpPr txBox="1">
            <a:spLocks noGrp="1"/>
          </p:cNvSpPr>
          <p:nvPr>
            <p:ph type="subTitle" idx="1"/>
          </p:nvPr>
        </p:nvSpPr>
        <p:spPr>
          <a:xfrm>
            <a:off x="1131040" y="1340472"/>
            <a:ext cx="6881920" cy="292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</a:pPr>
            <a:r>
              <a:rPr lang="en-US"/>
              <a:t>All models were trained using the </a:t>
            </a:r>
            <a:r>
              <a:rPr lang="en-US" b="1"/>
              <a:t>same dataset and pipeline</a:t>
            </a:r>
            <a:endParaRPr/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</a:pPr>
            <a:r>
              <a:rPr lang="en-US"/>
              <a:t>Main difference between variants: </a:t>
            </a:r>
            <a:r>
              <a:rPr lang="en-US" b="1"/>
              <a:t>model capacity (parameters)</a:t>
            </a:r>
            <a:endParaRPr/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</a:pPr>
            <a:r>
              <a:rPr lang="en-US"/>
              <a:t>Larger models generally provide: </a:t>
            </a:r>
            <a:r>
              <a:rPr lang="en-US" b="1"/>
              <a:t>better localization and fewer missed detections</a:t>
            </a:r>
            <a:r>
              <a:rPr lang="en-US"/>
              <a:t>, </a:t>
            </a:r>
            <a:r>
              <a:rPr lang="en-US" b="1"/>
              <a:t>higher compute cost and slower inference</a:t>
            </a:r>
            <a:endParaRPr/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unito Light"/>
              <a:buChar char="●"/>
            </a:pPr>
            <a:r>
              <a:rPr lang="en-US"/>
              <a:t>Comparison includes: </a:t>
            </a:r>
            <a:r>
              <a:rPr lang="en-US" b="1"/>
              <a:t>validation metrics</a:t>
            </a:r>
            <a:r>
              <a:rPr lang="en-US"/>
              <a:t> (labeled data), </a:t>
            </a:r>
            <a:r>
              <a:rPr lang="en-US" b="1"/>
              <a:t>qualitative testing</a:t>
            </a:r>
            <a:r>
              <a:rPr lang="en-US"/>
              <a:t> on unlabeled test images and Emteq images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3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Yolov8n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Kaggle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14" title="test_00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g3b8d5af71a1_0_15" title="test_00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g3b8d5af71a1_0_18" title="test_0000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g3b8d5af71a1_0_21" title="test_0021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g3b8d5af71a1_0_24" title="test_0021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361950"/>
            <a:ext cx="44196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g3b8d5af71a1_0_27" title="test_00219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g3b8d5af71a1_0_30" title="test_00220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g3b8d5af71a1_0_33" title="test_0022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00" y="709613"/>
            <a:ext cx="37338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g3b8d5af71a1_0_36" title="test_0023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63" y="152400"/>
            <a:ext cx="484367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g3b8d5af71a1_0_39" title="test_0023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g3b8d5af71a1_0_52" title="test_00218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375" y="152400"/>
            <a:ext cx="36272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5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Yolov8n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Emteq External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g3b8d5af71a1_0_6" title="1724242925939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g3bac3b342ae_0_15" title="1724246632266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g3bac3b342ae_0_12" title="172426774673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g3bac3b342ae_0_9" title="1724323083647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g3bac3b342ae_0_6" title="1724331757505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g3bac3b342ae_0_3" title="172439604400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3bac3b342ae_0_0" title="172439968649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g3bac3b342ae_0_25" title="1724402886513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g3bac3b342ae_0_30" title="172440730285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g3bac3b342ae_0_35" title="image (9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g3b8fa048c57_0_0" title="confusion_matrix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6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Yolov8s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Kaggle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Google Shape;1129;g3b8d5af71a1_0_9" title="test_00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g3bac3b342ae_0_40" title="test_00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g3bac3b342ae_0_43" title="test_0000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g3bac3b342ae_0_46" title="test_0021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9" name="Google Shape;1149;g3bac3b342ae_0_49" title="test_0021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361950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g3bac3b342ae_0_49"/>
          <p:cNvSpPr txBox="1"/>
          <p:nvPr/>
        </p:nvSpPr>
        <p:spPr>
          <a:xfrm>
            <a:off x="2985000" y="3114975"/>
            <a:ext cx="1941900" cy="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g3bac3b342ae_0_52" title="test_00219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g3bac3b342ae_0_55" title="test_00220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g3bac3b342ae_0_66" title="test_0022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00" y="709613"/>
            <a:ext cx="37338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g3bac3b342ae_0_71" title="test_0023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63" y="152400"/>
            <a:ext cx="484367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g3bac3b342ae_0_76" title="test_0023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g3bac3b342ae_0_81" title="test_00218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375" y="152400"/>
            <a:ext cx="36272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7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Yolov8s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Emteq External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18" title="1724242925939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g3bac3b342ae_0_86" title="1724246632266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0" name="Google Shape;1200;g3bac3b342ae_0_89" title="172426774673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g3bac3b342ae_0_92" title="1724323083647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Google Shape;1210;g3bac3b342ae_0_95" title="1724331757505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5" name="Google Shape;1215;g3bac3b342ae_0_98" title="172439604400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0" name="Google Shape;1220;g3bac3b342ae_0_101" title="172439968649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g3bac3b342ae_0_104" title="1724402886513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g3bac3b342ae_0_107" title="172440730285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g3bac3b342ae_0_110" title="image (9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g3b8fa048c57_0_5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9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Yolov8m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Kaggle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g3b8d5af71a1_0_12" title="test_00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Google Shape;1255;g3bac3b342ae_0_113" title="test_00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g3bac3b342ae_0_116" title="test_0000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g3bac3b342ae_0_119" title="test_0021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g3bac3b342ae_0_122" title="test_0021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361950"/>
            <a:ext cx="44196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g3bac3b342ae_0_125" title="test_00219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g3bac3b342ae_0_128" title="test_00220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5" name="Google Shape;1285;g3bac3b342ae_0_131" title="test_0022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00" y="709613"/>
            <a:ext cx="37338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g3bac3b342ae_0_134" title="test_0023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63" y="152400"/>
            <a:ext cx="484367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g3bac3b342ae_0_137" title="test_0023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g3bac3b342ae_0_187" title="test_00218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375" y="152400"/>
            <a:ext cx="36272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0"/>
          <p:cNvSpPr txBox="1">
            <a:spLocks noGrp="1"/>
          </p:cNvSpPr>
          <p:nvPr>
            <p:ph type="title"/>
          </p:nvPr>
        </p:nvSpPr>
        <p:spPr>
          <a:xfrm>
            <a:off x="1355300" y="1326375"/>
            <a:ext cx="68079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900">
                <a:solidFill>
                  <a:srgbClr val="AA1E42"/>
                </a:solidFill>
              </a:rPr>
              <a:t>Yolov8m</a:t>
            </a:r>
            <a:endParaRPr sz="4900">
              <a:solidFill>
                <a:srgbClr val="AA1E4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400"/>
              <a:t> Qualitative Evaluation – Emteq External Test Split</a:t>
            </a:r>
            <a:endParaRPr sz="4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1" title="1724242925939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g3bac3b342ae_0_140" title="1724246632266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g3bac3b342ae_0_143" title="172426774673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g3bac3b342ae_0_146" title="1724323083647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g3bac3b342ae_0_149" title="1724331757505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g3bac3b342ae_0_152" title="1724396044000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g3bac3b342ae_0_155" title="172439968649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" name="Google Shape;1345;g3bac3b342ae_0_158" title="1724402886513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Google Shape;1350;g3bac3b342ae_0_161" title="1724407302852_image_da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g3bac3b342ae_0_164" title="image (9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0" name="Google Shape;1360;g3b8fa048c57_0_10" title="confusion_matrix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6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g3b62e03cbf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315252" cy="346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g3b62e03cbfc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7950" y="27438"/>
            <a:ext cx="4490475" cy="341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g3b62e03cbfc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600" y="3557750"/>
            <a:ext cx="8666799" cy="15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7"/>
          <p:cNvSpPr txBox="1">
            <a:spLocks noGrp="1"/>
          </p:cNvSpPr>
          <p:nvPr>
            <p:ph type="title"/>
          </p:nvPr>
        </p:nvSpPr>
        <p:spPr>
          <a:xfrm>
            <a:off x="720000" y="1118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Local AI Backend Server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73" name="Google Shape;1373;p37"/>
          <p:cNvSpPr txBox="1">
            <a:spLocks noGrp="1"/>
          </p:cNvSpPr>
          <p:nvPr>
            <p:ph type="subTitle" idx="1"/>
          </p:nvPr>
        </p:nvSpPr>
        <p:spPr>
          <a:xfrm>
            <a:off x="1130990" y="929472"/>
            <a:ext cx="68820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unito Light"/>
              <a:buChar char="●"/>
            </a:pPr>
            <a:r>
              <a:rPr lang="en-US" sz="1700">
                <a:solidFill>
                  <a:srgbClr val="000000"/>
                </a:solidFill>
              </a:rPr>
              <a:t>The backend is implemented as a </a:t>
            </a:r>
            <a:r>
              <a:rPr lang="en-US" sz="1700" b="1">
                <a:solidFill>
                  <a:srgbClr val="000000"/>
                </a:solidFill>
              </a:rPr>
              <a:t>FastAPI</a:t>
            </a:r>
            <a:r>
              <a:rPr lang="en-US" sz="1700">
                <a:solidFill>
                  <a:srgbClr val="000000"/>
                </a:solidFill>
              </a:rPr>
              <a:t> web service.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unito Light"/>
              <a:buChar char="●"/>
            </a:pPr>
            <a:r>
              <a:rPr lang="en-US" sz="1700">
                <a:solidFill>
                  <a:srgbClr val="000000"/>
                </a:solidFill>
              </a:rPr>
              <a:t>It runs on the user’s </a:t>
            </a:r>
            <a:r>
              <a:rPr lang="en-US" sz="1700" b="1">
                <a:solidFill>
                  <a:srgbClr val="000000"/>
                </a:solidFill>
              </a:rPr>
              <a:t>local machine</a:t>
            </a:r>
            <a:r>
              <a:rPr lang="en-US" sz="1700">
                <a:solidFill>
                  <a:srgbClr val="000000"/>
                </a:solidFill>
              </a:rPr>
              <a:t>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</a:rPr>
              <a:t>The server receives food images from the mobile application.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Nunito Light"/>
              <a:buChar char="●"/>
            </a:pPr>
            <a:r>
              <a:rPr lang="en-US" sz="1700">
                <a:solidFill>
                  <a:srgbClr val="000000"/>
                </a:solidFill>
              </a:rPr>
              <a:t>It performs food classification and calorie estimation using a </a:t>
            </a:r>
            <a:r>
              <a:rPr lang="en-US" sz="1700" b="1">
                <a:solidFill>
                  <a:srgbClr val="000000"/>
                </a:solidFill>
              </a:rPr>
              <a:t>LLaVA vision-language model</a:t>
            </a:r>
            <a:r>
              <a:rPr lang="en-US" sz="1700">
                <a:solidFill>
                  <a:srgbClr val="000000"/>
                </a:solidFill>
              </a:rPr>
              <a:t>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</a:rPr>
              <a:t>Communication is handled through a REST API.</a:t>
            </a:r>
            <a:endParaRPr sz="20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b69b6c9aee_2_18"/>
          <p:cNvSpPr txBox="1">
            <a:spLocks noGrp="1"/>
          </p:cNvSpPr>
          <p:nvPr>
            <p:ph type="title"/>
          </p:nvPr>
        </p:nvSpPr>
        <p:spPr>
          <a:xfrm>
            <a:off x="720000" y="1118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Backend Technology Stack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79" name="Google Shape;1379;g3b69b6c9aee_2_18"/>
          <p:cNvSpPr txBox="1">
            <a:spLocks noGrp="1"/>
          </p:cNvSpPr>
          <p:nvPr>
            <p:ph type="subTitle" idx="1"/>
          </p:nvPr>
        </p:nvSpPr>
        <p:spPr>
          <a:xfrm>
            <a:off x="1130990" y="929472"/>
            <a:ext cx="68820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89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DM Sans Light"/>
              <a:buChar char="●"/>
            </a:pPr>
            <a:r>
              <a:rPr lang="en-US" sz="1600" b="1">
                <a:solidFill>
                  <a:srgbClr val="000000"/>
                </a:solidFill>
              </a:rPr>
              <a:t>FastAPI</a:t>
            </a:r>
            <a:r>
              <a:rPr lang="en-US" sz="1600">
                <a:solidFill>
                  <a:srgbClr val="000000"/>
                </a:solidFill>
              </a:rPr>
              <a:t> – lightweight, high-performance REST framework.</a:t>
            </a:r>
            <a:br>
              <a:rPr lang="en-US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4889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DM Sans Light"/>
              <a:buChar char="●"/>
            </a:pPr>
            <a:r>
              <a:rPr lang="en-US" sz="1600" b="1">
                <a:solidFill>
                  <a:srgbClr val="000000"/>
                </a:solidFill>
              </a:rPr>
              <a:t>Ollama</a:t>
            </a:r>
            <a:r>
              <a:rPr lang="en-US" sz="1600">
                <a:solidFill>
                  <a:srgbClr val="000000"/>
                </a:solidFill>
              </a:rPr>
              <a:t> – local inference runtime for large language models.</a:t>
            </a:r>
            <a:br>
              <a:rPr lang="en-US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4889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DM Sans Light"/>
              <a:buChar char="●"/>
            </a:pPr>
            <a:r>
              <a:rPr lang="en-US" sz="1600" b="1">
                <a:solidFill>
                  <a:srgbClr val="000000"/>
                </a:solidFill>
              </a:rPr>
              <a:t>LLaVA</a:t>
            </a:r>
            <a:r>
              <a:rPr lang="en-US" sz="1600">
                <a:solidFill>
                  <a:srgbClr val="000000"/>
                </a:solidFill>
              </a:rPr>
              <a:t> – multimodal vision-language model.</a:t>
            </a:r>
            <a:br>
              <a:rPr lang="en-US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4889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DM Sans Light"/>
              <a:buChar char="●"/>
            </a:pPr>
            <a:r>
              <a:rPr lang="en-US" sz="1600" b="1">
                <a:solidFill>
                  <a:srgbClr val="000000"/>
                </a:solidFill>
              </a:rPr>
              <a:t>Python</a:t>
            </a:r>
            <a:r>
              <a:rPr lang="en-US" sz="1600">
                <a:solidFill>
                  <a:srgbClr val="000000"/>
                </a:solidFill>
              </a:rPr>
              <a:t> – image preprocessing and request handling.</a:t>
            </a:r>
            <a:br>
              <a:rPr lang="en-US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4889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DM Sans Light"/>
              <a:buChar char="●"/>
            </a:pPr>
            <a:r>
              <a:rPr lang="en-US" sz="1600" b="1">
                <a:solidFill>
                  <a:srgbClr val="000000"/>
                </a:solidFill>
              </a:rPr>
              <a:t>PIL (Pillow)</a:t>
            </a:r>
            <a:r>
              <a:rPr lang="en-US" sz="1600">
                <a:solidFill>
                  <a:srgbClr val="000000"/>
                </a:solidFill>
              </a:rPr>
              <a:t> – image loading and resizing.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80" name="Google Shape;1380;g3b69b6c9aee_2_18"/>
          <p:cNvSpPr txBox="1"/>
          <p:nvPr/>
        </p:nvSpPr>
        <p:spPr>
          <a:xfrm>
            <a:off x="5333750" y="3703800"/>
            <a:ext cx="383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b69b6c9aee_2_26"/>
          <p:cNvSpPr txBox="1">
            <a:spLocks noGrp="1"/>
          </p:cNvSpPr>
          <p:nvPr>
            <p:ph type="title"/>
          </p:nvPr>
        </p:nvSpPr>
        <p:spPr>
          <a:xfrm>
            <a:off x="720000" y="1118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Image Analysis Pipeline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86" name="Google Shape;1386;g3b69b6c9aee_2_26"/>
          <p:cNvSpPr txBox="1">
            <a:spLocks noGrp="1"/>
          </p:cNvSpPr>
          <p:nvPr>
            <p:ph type="subTitle" idx="1"/>
          </p:nvPr>
        </p:nvSpPr>
        <p:spPr>
          <a:xfrm>
            <a:off x="1130990" y="929472"/>
            <a:ext cx="68820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Mobile app uploads a food image via </a:t>
            </a:r>
            <a:r>
              <a:rPr lang="en-US" sz="1700">
                <a:solidFill>
                  <a:srgbClr val="188038"/>
                </a:solidFill>
              </a:rPr>
              <a:t>/analyze</a:t>
            </a:r>
            <a:r>
              <a:rPr lang="en-US" sz="1700">
                <a:solidFill>
                  <a:srgbClr val="000000"/>
                </a:solidFill>
              </a:rPr>
              <a:t> endpoint.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Image is loaded and converted to RGB format.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Image is resized to reduce inference time.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Image is encoded as Base64 JPEG.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Encoded image is sent to the LLaVA model via Ollama.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51435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1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Model response is parsed and validated.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457200" lvl="0" indent="-4953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AutoNum type="arabicPeriod"/>
            </a:pPr>
            <a:r>
              <a:rPr lang="en-US" sz="1700">
                <a:solidFill>
                  <a:srgbClr val="000000"/>
                </a:solidFill>
              </a:rPr>
              <a:t>JSON result is returned to the mobile app</a:t>
            </a:r>
            <a:r>
              <a:rPr lang="en-US">
                <a:solidFill>
                  <a:srgbClr val="000000"/>
                </a:solidFill>
              </a:rPr>
              <a:t>.</a:t>
            </a:r>
            <a:endParaRPr sz="1700" b="1">
              <a:solidFill>
                <a:srgbClr val="000000"/>
              </a:solidFill>
            </a:endParaRPr>
          </a:p>
        </p:txBody>
      </p:sp>
      <p:sp>
        <p:nvSpPr>
          <p:cNvPr id="1387" name="Google Shape;1387;g3b69b6c9aee_2_26"/>
          <p:cNvSpPr txBox="1"/>
          <p:nvPr/>
        </p:nvSpPr>
        <p:spPr>
          <a:xfrm>
            <a:off x="5333750" y="3703800"/>
            <a:ext cx="383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b69b6c9aee_2_34"/>
          <p:cNvSpPr txBox="1">
            <a:spLocks noGrp="1"/>
          </p:cNvSpPr>
          <p:nvPr>
            <p:ph type="title"/>
          </p:nvPr>
        </p:nvSpPr>
        <p:spPr>
          <a:xfrm>
            <a:off x="720000" y="1118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Prompt Design for Food Analysis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93" name="Google Shape;1393;g3b69b6c9aee_2_34"/>
          <p:cNvSpPr txBox="1"/>
          <p:nvPr/>
        </p:nvSpPr>
        <p:spPr>
          <a:xfrm>
            <a:off x="5333750" y="3703800"/>
            <a:ext cx="383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94" name="Google Shape;1394;g3b69b6c9aee_2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50" y="996025"/>
            <a:ext cx="8763000" cy="23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b69b6c9aee_2_48"/>
          <p:cNvSpPr txBox="1">
            <a:spLocks noGrp="1"/>
          </p:cNvSpPr>
          <p:nvPr>
            <p:ph type="title"/>
          </p:nvPr>
        </p:nvSpPr>
        <p:spPr>
          <a:xfrm>
            <a:off x="720000" y="1118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Model Output Processing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00" name="Google Shape;1400;g3b69b6c9aee_2_48"/>
          <p:cNvSpPr txBox="1">
            <a:spLocks noGrp="1"/>
          </p:cNvSpPr>
          <p:nvPr>
            <p:ph type="subTitle" idx="1"/>
          </p:nvPr>
        </p:nvSpPr>
        <p:spPr>
          <a:xfrm>
            <a:off x="1131000" y="929474"/>
            <a:ext cx="6882000" cy="1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</a:rPr>
              <a:t>LLaVA outputs text responses.</a:t>
            </a:r>
            <a:br>
              <a:rPr lang="en-US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</a:rPr>
              <a:t>The server extracts the first valid JSON block.</a:t>
            </a:r>
            <a:br>
              <a:rPr lang="en-US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</a:rPr>
              <a:t>Ensures robustness against extra or malformed text.</a:t>
            </a:r>
            <a:br>
              <a:rPr lang="en-US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 sz="1800">
                <a:solidFill>
                  <a:srgbClr val="000000"/>
                </a:solidFill>
              </a:rPr>
              <a:t>Final response contains:</a:t>
            </a:r>
            <a:br>
              <a:rPr lang="en-US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188038"/>
                </a:solidFill>
              </a:rPr>
              <a:t>label</a:t>
            </a:r>
            <a:r>
              <a:rPr lang="en-US" sz="1600">
                <a:solidFill>
                  <a:srgbClr val="000000"/>
                </a:solidFill>
              </a:rPr>
              <a:t>: food classification</a:t>
            </a:r>
            <a:br>
              <a:rPr lang="en-US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188038"/>
                </a:solidFill>
              </a:rPr>
              <a:t>calories</a:t>
            </a:r>
            <a:r>
              <a:rPr lang="en-US" sz="1600">
                <a:solidFill>
                  <a:srgbClr val="000000"/>
                </a:solidFill>
              </a:rPr>
              <a:t>: integer calorie estimate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01" name="Google Shape;1401;g3b69b6c9aee_2_48"/>
          <p:cNvSpPr txBox="1"/>
          <p:nvPr/>
        </p:nvSpPr>
        <p:spPr>
          <a:xfrm>
            <a:off x="5333750" y="3703800"/>
            <a:ext cx="383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02" name="Google Shape;1402;g3b69b6c9aee_2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175" y="3104524"/>
            <a:ext cx="36957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b69b6c9aee_2_5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Android Mobile Application Overview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08" name="Google Shape;1408;g3b69b6c9aee_2_5"/>
          <p:cNvSpPr txBox="1">
            <a:spLocks noGrp="1"/>
          </p:cNvSpPr>
          <p:nvPr>
            <p:ph type="subTitle" idx="1"/>
          </p:nvPr>
        </p:nvSpPr>
        <p:spPr>
          <a:xfrm>
            <a:off x="1177965" y="1305247"/>
            <a:ext cx="68820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application developed using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Jetpack Compose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Performs on-device food detection using a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 TensorFlow Lite model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with a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LLM server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food classification and calorie estimation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with a focus on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 capability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AI integration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b69b6c9aee_0_2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 Image Capture and User Interaction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14" name="Google Shape;1414;g3b69b6c9aee_0_2"/>
          <p:cNvSpPr txBox="1">
            <a:spLocks noGrp="1"/>
          </p:cNvSpPr>
          <p:nvPr>
            <p:ph type="subTitle" idx="1"/>
          </p:nvPr>
        </p:nvSpPr>
        <p:spPr>
          <a:xfrm>
            <a:off x="1177965" y="1305247"/>
            <a:ext cx="6882000" cy="29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captures a food image using the mobile device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is displayed immediately for inspection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762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5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provides interactive controls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YOLO detection</a:t>
            </a:r>
            <a:b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privacy masking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image for classification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b69b6c9aee_0_12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 On-Device Food Detection (YOLO)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20" name="Google Shape;1420;g3b69b6c9aee_0_12"/>
          <p:cNvSpPr txBox="1">
            <a:spLocks noGrp="1"/>
          </p:cNvSpPr>
          <p:nvPr>
            <p:ph type="subTitle" idx="1"/>
          </p:nvPr>
        </p:nvSpPr>
        <p:spPr>
          <a:xfrm>
            <a:off x="1060550" y="8237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detection is performed </a:t>
            </a: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entirely on-device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 model deployed using </a:t>
            </a: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Lite</a:t>
            </a: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Outputs bounding boxes and confidence scores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highlights (short):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size: 640 × 640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 and IoU thresholds applied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multiple bounding box formats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b69b6c9aee_0_23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Visualization of Detection Results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26" name="Google Shape;1426;g3b69b6c9aee_0_23"/>
          <p:cNvSpPr txBox="1">
            <a:spLocks noGrp="1"/>
          </p:cNvSpPr>
          <p:nvPr>
            <p:ph type="subTitle" idx="1"/>
          </p:nvPr>
        </p:nvSpPr>
        <p:spPr>
          <a:xfrm>
            <a:off x="1060550" y="8237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Bounding boxes are rendered directly on the image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Scaling adapts to original image resolution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feedback allows user verification before further processing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g3b69b6c9aee_2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4288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g3b69b6c9aee_2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7685" y="152400"/>
            <a:ext cx="229137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g3b69b6c9aee_2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459" y="152400"/>
            <a:ext cx="227418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g3b69b6c9aee_2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058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g3b69b6c9aee_2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385" y="152400"/>
            <a:ext cx="228947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g3b69b6c9aee_2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7256" y="152400"/>
            <a:ext cx="23245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b69b6c9aee_0_31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Communication with Local AI Server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46" name="Google Shape;1446;g3b69b6c9aee_0_31"/>
          <p:cNvSpPr txBox="1">
            <a:spLocks noGrp="1"/>
          </p:cNvSpPr>
          <p:nvPr>
            <p:ph type="subTitle" idx="1"/>
          </p:nvPr>
        </p:nvSpPr>
        <p:spPr>
          <a:xfrm>
            <a:off x="1060550" y="11173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Cropped food image is converted to JPEG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to local server via REST API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performs LLaVA-based classification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response returned to the app: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label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Calorie estimate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b69b6c9aee_0_41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Local Data Storage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52" name="Google Shape;1452;g3b69b6c9aee_0_41"/>
          <p:cNvSpPr txBox="1">
            <a:spLocks noGrp="1"/>
          </p:cNvSpPr>
          <p:nvPr>
            <p:ph type="subTitle" idx="1"/>
          </p:nvPr>
        </p:nvSpPr>
        <p:spPr>
          <a:xfrm>
            <a:off x="1060550" y="11173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are stored locally using </a:t>
            </a:r>
            <a:r>
              <a:rPr lang="en-US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database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entry includes: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label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 calories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 to stored image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b69b6c9aee_0_50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Daily Log and Calorie Summary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58" name="Google Shape;1458;g3b69b6c9aee_0_50"/>
          <p:cNvSpPr txBox="1">
            <a:spLocks noGrp="1"/>
          </p:cNvSpPr>
          <p:nvPr>
            <p:ph type="subTitle" idx="1"/>
          </p:nvPr>
        </p:nvSpPr>
        <p:spPr>
          <a:xfrm>
            <a:off x="1060550" y="11173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aggregates food entries per day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DM Sans Light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of meals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daily calorie intake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g3b69b6c9aee_2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113" y="152400"/>
            <a:ext cx="21917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b69b6c9aee_0_58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End-to-End Application Workflow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69" name="Google Shape;1469;g3b69b6c9aee_0_58"/>
          <p:cNvSpPr txBox="1">
            <a:spLocks noGrp="1"/>
          </p:cNvSpPr>
          <p:nvPr>
            <p:ph type="subTitle" idx="1"/>
          </p:nvPr>
        </p:nvSpPr>
        <p:spPr>
          <a:xfrm>
            <a:off x="1060550" y="11173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captures food image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 detects food on-device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verifies and masks image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Cropped image sent to local LLM server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classification and calories returned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270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DM Sans Light"/>
              <a:buChar char="●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stored and displayed in daily log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b69b6c9aee_0_65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Mobile Application Summary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75" name="Google Shape;1475;g3b69b6c9aee_0_65"/>
          <p:cNvSpPr txBox="1">
            <a:spLocks noGrp="1"/>
          </p:cNvSpPr>
          <p:nvPr>
            <p:ph type="subTitle" idx="1"/>
          </p:nvPr>
        </p:nvSpPr>
        <p:spPr>
          <a:xfrm>
            <a:off x="1060550" y="1117376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Demonstrates integration of computer vision and LLMs in a real application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detection, classification, and data persistence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usability, privacy, and academic reproducibility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5397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Serves as a foundation for future nutrition and health applications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38"/>
          <p:cNvSpPr txBox="1">
            <a:spLocks noGrp="1"/>
          </p:cNvSpPr>
          <p:nvPr>
            <p:ph type="title"/>
          </p:nvPr>
        </p:nvSpPr>
        <p:spPr>
          <a:xfrm>
            <a:off x="1679660" y="2021624"/>
            <a:ext cx="5927248" cy="104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Conclusion </a:t>
            </a:r>
            <a:endParaRPr/>
          </a:p>
        </p:txBody>
      </p:sp>
      <p:sp>
        <p:nvSpPr>
          <p:cNvPr id="1481" name="Google Shape;1481;p38"/>
          <p:cNvSpPr txBox="1">
            <a:spLocks noGrp="1"/>
          </p:cNvSpPr>
          <p:nvPr>
            <p:ph type="title" idx="2"/>
          </p:nvPr>
        </p:nvSpPr>
        <p:spPr>
          <a:xfrm>
            <a:off x="3975900" y="1378225"/>
            <a:ext cx="1192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04</a:t>
            </a:r>
            <a:endParaRPr/>
          </a:p>
        </p:txBody>
      </p:sp>
      <p:grpSp>
        <p:nvGrpSpPr>
          <p:cNvPr id="1482" name="Google Shape;1482;p38"/>
          <p:cNvGrpSpPr/>
          <p:nvPr/>
        </p:nvGrpSpPr>
        <p:grpSpPr>
          <a:xfrm flipH="1">
            <a:off x="7046691" y="3770731"/>
            <a:ext cx="1560527" cy="2051653"/>
            <a:chOff x="4434525" y="1766000"/>
            <a:chExt cx="627625" cy="825150"/>
          </a:xfrm>
        </p:grpSpPr>
        <p:sp>
          <p:nvSpPr>
            <p:cNvPr id="1483" name="Google Shape;1483;p38"/>
            <p:cNvSpPr/>
            <p:nvPr/>
          </p:nvSpPr>
          <p:spPr>
            <a:xfrm>
              <a:off x="4712525" y="2110875"/>
              <a:ext cx="314375" cy="480275"/>
            </a:xfrm>
            <a:custGeom>
              <a:avLst/>
              <a:gdLst/>
              <a:ahLst/>
              <a:cxnLst/>
              <a:rect l="l" t="t" r="r" b="b"/>
              <a:pathLst>
                <a:path w="12575" h="19211" extrusionOk="0">
                  <a:moveTo>
                    <a:pt x="3430" y="0"/>
                  </a:moveTo>
                  <a:cubicBezTo>
                    <a:pt x="3186" y="49"/>
                    <a:pt x="2937" y="80"/>
                    <a:pt x="2685" y="80"/>
                  </a:cubicBezTo>
                  <a:cubicBezTo>
                    <a:pt x="2593" y="80"/>
                    <a:pt x="2501" y="76"/>
                    <a:pt x="2409" y="67"/>
                  </a:cubicBezTo>
                  <a:cubicBezTo>
                    <a:pt x="2405" y="66"/>
                    <a:pt x="2401" y="65"/>
                    <a:pt x="2398" y="65"/>
                  </a:cubicBezTo>
                  <a:cubicBezTo>
                    <a:pt x="2361" y="65"/>
                    <a:pt x="2343" y="113"/>
                    <a:pt x="2353" y="133"/>
                  </a:cubicBezTo>
                  <a:cubicBezTo>
                    <a:pt x="2353" y="155"/>
                    <a:pt x="2365" y="167"/>
                    <a:pt x="2365" y="167"/>
                  </a:cubicBezTo>
                  <a:cubicBezTo>
                    <a:pt x="2453" y="744"/>
                    <a:pt x="2564" y="1332"/>
                    <a:pt x="2731" y="1898"/>
                  </a:cubicBezTo>
                  <a:cubicBezTo>
                    <a:pt x="2875" y="2464"/>
                    <a:pt x="3064" y="3019"/>
                    <a:pt x="3263" y="3574"/>
                  </a:cubicBezTo>
                  <a:cubicBezTo>
                    <a:pt x="3541" y="4339"/>
                    <a:pt x="3852" y="5094"/>
                    <a:pt x="4185" y="5838"/>
                  </a:cubicBezTo>
                  <a:cubicBezTo>
                    <a:pt x="3707" y="5294"/>
                    <a:pt x="3230" y="4761"/>
                    <a:pt x="2742" y="4239"/>
                  </a:cubicBezTo>
                  <a:cubicBezTo>
                    <a:pt x="2098" y="3562"/>
                    <a:pt x="1454" y="2886"/>
                    <a:pt x="744" y="2286"/>
                  </a:cubicBezTo>
                  <a:cubicBezTo>
                    <a:pt x="719" y="2278"/>
                    <a:pt x="706" y="2257"/>
                    <a:pt x="692" y="2257"/>
                  </a:cubicBezTo>
                  <a:cubicBezTo>
                    <a:pt x="688" y="2257"/>
                    <a:pt x="683" y="2259"/>
                    <a:pt x="678" y="2264"/>
                  </a:cubicBezTo>
                  <a:cubicBezTo>
                    <a:pt x="611" y="2275"/>
                    <a:pt x="567" y="2342"/>
                    <a:pt x="533" y="2375"/>
                  </a:cubicBezTo>
                  <a:cubicBezTo>
                    <a:pt x="478" y="2430"/>
                    <a:pt x="422" y="2486"/>
                    <a:pt x="367" y="2553"/>
                  </a:cubicBezTo>
                  <a:cubicBezTo>
                    <a:pt x="267" y="2675"/>
                    <a:pt x="167" y="2797"/>
                    <a:pt x="56" y="2908"/>
                  </a:cubicBezTo>
                  <a:lnTo>
                    <a:pt x="1" y="2963"/>
                  </a:lnTo>
                  <a:cubicBezTo>
                    <a:pt x="12" y="3052"/>
                    <a:pt x="34" y="3107"/>
                    <a:pt x="89" y="3174"/>
                  </a:cubicBezTo>
                  <a:cubicBezTo>
                    <a:pt x="322" y="3451"/>
                    <a:pt x="522" y="3773"/>
                    <a:pt x="744" y="4051"/>
                  </a:cubicBezTo>
                  <a:cubicBezTo>
                    <a:pt x="1688" y="5227"/>
                    <a:pt x="2586" y="6437"/>
                    <a:pt x="3408" y="7702"/>
                  </a:cubicBezTo>
                  <a:cubicBezTo>
                    <a:pt x="4240" y="8956"/>
                    <a:pt x="5017" y="10266"/>
                    <a:pt x="5749" y="11586"/>
                  </a:cubicBezTo>
                  <a:cubicBezTo>
                    <a:pt x="6426" y="12807"/>
                    <a:pt x="7081" y="14050"/>
                    <a:pt x="7725" y="15315"/>
                  </a:cubicBezTo>
                  <a:cubicBezTo>
                    <a:pt x="8272" y="16398"/>
                    <a:pt x="8901" y="19210"/>
                    <a:pt x="10464" y="19210"/>
                  </a:cubicBezTo>
                  <a:cubicBezTo>
                    <a:pt x="10519" y="19210"/>
                    <a:pt x="10575" y="19207"/>
                    <a:pt x="10632" y="19199"/>
                  </a:cubicBezTo>
                  <a:cubicBezTo>
                    <a:pt x="11187" y="19133"/>
                    <a:pt x="11776" y="18866"/>
                    <a:pt x="12197" y="18500"/>
                  </a:cubicBezTo>
                  <a:cubicBezTo>
                    <a:pt x="12397" y="18334"/>
                    <a:pt x="12552" y="18112"/>
                    <a:pt x="12552" y="17868"/>
                  </a:cubicBezTo>
                  <a:cubicBezTo>
                    <a:pt x="12575" y="17324"/>
                    <a:pt x="12242" y="16858"/>
                    <a:pt x="11975" y="16414"/>
                  </a:cubicBezTo>
                  <a:cubicBezTo>
                    <a:pt x="11665" y="15859"/>
                    <a:pt x="11343" y="15282"/>
                    <a:pt x="11032" y="14727"/>
                  </a:cubicBezTo>
                  <a:cubicBezTo>
                    <a:pt x="10144" y="13096"/>
                    <a:pt x="9334" y="11431"/>
                    <a:pt x="8624" y="9711"/>
                  </a:cubicBezTo>
                  <a:cubicBezTo>
                    <a:pt x="8280" y="8856"/>
                    <a:pt x="7958" y="8013"/>
                    <a:pt x="7680" y="7136"/>
                  </a:cubicBezTo>
                  <a:cubicBezTo>
                    <a:pt x="7403" y="6281"/>
                    <a:pt x="7148" y="5394"/>
                    <a:pt x="6959" y="4506"/>
                  </a:cubicBezTo>
                  <a:cubicBezTo>
                    <a:pt x="6837" y="3962"/>
                    <a:pt x="6726" y="3418"/>
                    <a:pt x="6648" y="2886"/>
                  </a:cubicBezTo>
                  <a:cubicBezTo>
                    <a:pt x="6615" y="2519"/>
                    <a:pt x="6571" y="2164"/>
                    <a:pt x="6471" y="1831"/>
                  </a:cubicBezTo>
                  <a:cubicBezTo>
                    <a:pt x="6460" y="1765"/>
                    <a:pt x="6371" y="1776"/>
                    <a:pt x="6315" y="1765"/>
                  </a:cubicBezTo>
                  <a:cubicBezTo>
                    <a:pt x="6267" y="1756"/>
                    <a:pt x="6218" y="1752"/>
                    <a:pt x="6168" y="1752"/>
                  </a:cubicBezTo>
                  <a:cubicBezTo>
                    <a:pt x="6035" y="1752"/>
                    <a:pt x="5898" y="1776"/>
                    <a:pt x="5760" y="1776"/>
                  </a:cubicBezTo>
                  <a:cubicBezTo>
                    <a:pt x="5738" y="1776"/>
                    <a:pt x="5694" y="1776"/>
                    <a:pt x="5683" y="1820"/>
                  </a:cubicBezTo>
                  <a:cubicBezTo>
                    <a:pt x="5649" y="1898"/>
                    <a:pt x="5683" y="1998"/>
                    <a:pt x="5683" y="2075"/>
                  </a:cubicBezTo>
                  <a:cubicBezTo>
                    <a:pt x="5727" y="2453"/>
                    <a:pt x="5705" y="2830"/>
                    <a:pt x="5727" y="3185"/>
                  </a:cubicBezTo>
                  <a:cubicBezTo>
                    <a:pt x="5738" y="3562"/>
                    <a:pt x="5783" y="3940"/>
                    <a:pt x="5816" y="4295"/>
                  </a:cubicBezTo>
                  <a:cubicBezTo>
                    <a:pt x="5960" y="5349"/>
                    <a:pt x="6171" y="6381"/>
                    <a:pt x="6426" y="7402"/>
                  </a:cubicBezTo>
                  <a:cubicBezTo>
                    <a:pt x="6171" y="6836"/>
                    <a:pt x="5905" y="6270"/>
                    <a:pt x="5649" y="5682"/>
                  </a:cubicBezTo>
                  <a:cubicBezTo>
                    <a:pt x="5261" y="4783"/>
                    <a:pt x="4873" y="3884"/>
                    <a:pt x="4540" y="2952"/>
                  </a:cubicBezTo>
                  <a:cubicBezTo>
                    <a:pt x="4362" y="2486"/>
                    <a:pt x="4207" y="2009"/>
                    <a:pt x="4040" y="1543"/>
                  </a:cubicBezTo>
                  <a:cubicBezTo>
                    <a:pt x="3896" y="1077"/>
                    <a:pt x="3763" y="599"/>
                    <a:pt x="3563" y="155"/>
                  </a:cubicBezTo>
                  <a:cubicBezTo>
                    <a:pt x="3541" y="111"/>
                    <a:pt x="3519" y="67"/>
                    <a:pt x="3485" y="22"/>
                  </a:cubicBezTo>
                  <a:cubicBezTo>
                    <a:pt x="3485" y="11"/>
                    <a:pt x="3474" y="0"/>
                    <a:pt x="3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38"/>
            <p:cNvSpPr/>
            <p:nvPr/>
          </p:nvSpPr>
          <p:spPr>
            <a:xfrm>
              <a:off x="4434525" y="1766000"/>
              <a:ext cx="627625" cy="498675"/>
            </a:xfrm>
            <a:custGeom>
              <a:avLst/>
              <a:gdLst/>
              <a:ahLst/>
              <a:cxnLst/>
              <a:rect l="l" t="t" r="r" b="b"/>
              <a:pathLst>
                <a:path w="25105" h="19947" extrusionOk="0">
                  <a:moveTo>
                    <a:pt x="13817" y="0"/>
                  </a:moveTo>
                  <a:cubicBezTo>
                    <a:pt x="12952" y="11"/>
                    <a:pt x="12164" y="422"/>
                    <a:pt x="11542" y="988"/>
                  </a:cubicBezTo>
                  <a:cubicBezTo>
                    <a:pt x="11098" y="1388"/>
                    <a:pt x="10710" y="1954"/>
                    <a:pt x="10455" y="2586"/>
                  </a:cubicBezTo>
                  <a:cubicBezTo>
                    <a:pt x="10421" y="2553"/>
                    <a:pt x="10388" y="2508"/>
                    <a:pt x="10333" y="2486"/>
                  </a:cubicBezTo>
                  <a:cubicBezTo>
                    <a:pt x="10044" y="2275"/>
                    <a:pt x="9722" y="2098"/>
                    <a:pt x="9378" y="1987"/>
                  </a:cubicBezTo>
                  <a:cubicBezTo>
                    <a:pt x="9051" y="1874"/>
                    <a:pt x="8703" y="1816"/>
                    <a:pt x="8355" y="1816"/>
                  </a:cubicBezTo>
                  <a:cubicBezTo>
                    <a:pt x="7480" y="1816"/>
                    <a:pt x="6610" y="2180"/>
                    <a:pt x="6093" y="2919"/>
                  </a:cubicBezTo>
                  <a:cubicBezTo>
                    <a:pt x="5727" y="3419"/>
                    <a:pt x="5538" y="4073"/>
                    <a:pt x="5627" y="4695"/>
                  </a:cubicBezTo>
                  <a:cubicBezTo>
                    <a:pt x="5649" y="4750"/>
                    <a:pt x="5660" y="4784"/>
                    <a:pt x="5660" y="4828"/>
                  </a:cubicBezTo>
                  <a:cubicBezTo>
                    <a:pt x="5660" y="4828"/>
                    <a:pt x="5455" y="4817"/>
                    <a:pt x="5198" y="4817"/>
                  </a:cubicBezTo>
                  <a:cubicBezTo>
                    <a:pt x="4942" y="4817"/>
                    <a:pt x="4634" y="4828"/>
                    <a:pt x="4429" y="4872"/>
                  </a:cubicBezTo>
                  <a:cubicBezTo>
                    <a:pt x="4051" y="4939"/>
                    <a:pt x="3707" y="5128"/>
                    <a:pt x="3408" y="5327"/>
                  </a:cubicBezTo>
                  <a:cubicBezTo>
                    <a:pt x="2842" y="5749"/>
                    <a:pt x="2431" y="6404"/>
                    <a:pt x="2320" y="7092"/>
                  </a:cubicBezTo>
                  <a:cubicBezTo>
                    <a:pt x="2242" y="7480"/>
                    <a:pt x="2264" y="7880"/>
                    <a:pt x="2342" y="8290"/>
                  </a:cubicBezTo>
                  <a:cubicBezTo>
                    <a:pt x="2375" y="8400"/>
                    <a:pt x="2676" y="9346"/>
                    <a:pt x="2823" y="9346"/>
                  </a:cubicBezTo>
                  <a:cubicBezTo>
                    <a:pt x="2824" y="9346"/>
                    <a:pt x="2826" y="9346"/>
                    <a:pt x="2827" y="9345"/>
                  </a:cubicBezTo>
                  <a:lnTo>
                    <a:pt x="2827" y="9345"/>
                  </a:lnTo>
                  <a:cubicBezTo>
                    <a:pt x="2761" y="9357"/>
                    <a:pt x="2685" y="9379"/>
                    <a:pt x="2620" y="9400"/>
                  </a:cubicBezTo>
                  <a:cubicBezTo>
                    <a:pt x="1099" y="9922"/>
                    <a:pt x="0" y="11908"/>
                    <a:pt x="1144" y="13296"/>
                  </a:cubicBezTo>
                  <a:cubicBezTo>
                    <a:pt x="1599" y="13839"/>
                    <a:pt x="2220" y="14283"/>
                    <a:pt x="2897" y="14561"/>
                  </a:cubicBezTo>
                  <a:cubicBezTo>
                    <a:pt x="2875" y="14616"/>
                    <a:pt x="2842" y="14672"/>
                    <a:pt x="2830" y="14727"/>
                  </a:cubicBezTo>
                  <a:cubicBezTo>
                    <a:pt x="2198" y="16503"/>
                    <a:pt x="3552" y="18256"/>
                    <a:pt x="5117" y="18956"/>
                  </a:cubicBezTo>
                  <a:cubicBezTo>
                    <a:pt x="5491" y="19116"/>
                    <a:pt x="5873" y="19205"/>
                    <a:pt x="6261" y="19205"/>
                  </a:cubicBezTo>
                  <a:cubicBezTo>
                    <a:pt x="6357" y="19205"/>
                    <a:pt x="6452" y="19200"/>
                    <a:pt x="6548" y="19189"/>
                  </a:cubicBezTo>
                  <a:cubicBezTo>
                    <a:pt x="6615" y="19255"/>
                    <a:pt x="6704" y="19322"/>
                    <a:pt x="6781" y="19399"/>
                  </a:cubicBezTo>
                  <a:cubicBezTo>
                    <a:pt x="7283" y="19776"/>
                    <a:pt x="7977" y="19946"/>
                    <a:pt x="8646" y="19946"/>
                  </a:cubicBezTo>
                  <a:cubicBezTo>
                    <a:pt x="8983" y="19946"/>
                    <a:pt x="9314" y="19903"/>
                    <a:pt x="9611" y="19821"/>
                  </a:cubicBezTo>
                  <a:cubicBezTo>
                    <a:pt x="10643" y="19544"/>
                    <a:pt x="11576" y="18789"/>
                    <a:pt x="11853" y="17735"/>
                  </a:cubicBezTo>
                  <a:cubicBezTo>
                    <a:pt x="11886" y="17591"/>
                    <a:pt x="12086" y="16570"/>
                    <a:pt x="11931" y="16492"/>
                  </a:cubicBezTo>
                  <a:lnTo>
                    <a:pt x="11931" y="16492"/>
                  </a:lnTo>
                  <a:cubicBezTo>
                    <a:pt x="11975" y="16514"/>
                    <a:pt x="12008" y="16536"/>
                    <a:pt x="12075" y="16547"/>
                  </a:cubicBezTo>
                  <a:cubicBezTo>
                    <a:pt x="12540" y="16718"/>
                    <a:pt x="13046" y="16822"/>
                    <a:pt x="13551" y="16822"/>
                  </a:cubicBezTo>
                  <a:cubicBezTo>
                    <a:pt x="13866" y="16822"/>
                    <a:pt x="14180" y="16781"/>
                    <a:pt x="14483" y="16692"/>
                  </a:cubicBezTo>
                  <a:cubicBezTo>
                    <a:pt x="15182" y="16481"/>
                    <a:pt x="15715" y="15981"/>
                    <a:pt x="16015" y="15382"/>
                  </a:cubicBezTo>
                  <a:cubicBezTo>
                    <a:pt x="16492" y="16203"/>
                    <a:pt x="17180" y="16847"/>
                    <a:pt x="18068" y="17235"/>
                  </a:cubicBezTo>
                  <a:cubicBezTo>
                    <a:pt x="18528" y="17432"/>
                    <a:pt x="19025" y="17546"/>
                    <a:pt x="19519" y="17546"/>
                  </a:cubicBezTo>
                  <a:cubicBezTo>
                    <a:pt x="19921" y="17546"/>
                    <a:pt x="20321" y="17471"/>
                    <a:pt x="20698" y="17302"/>
                  </a:cubicBezTo>
                  <a:cubicBezTo>
                    <a:pt x="21286" y="17036"/>
                    <a:pt x="21764" y="16570"/>
                    <a:pt x="21986" y="15970"/>
                  </a:cubicBezTo>
                  <a:cubicBezTo>
                    <a:pt x="22245" y="16051"/>
                    <a:pt x="22515" y="16101"/>
                    <a:pt x="22781" y="16101"/>
                  </a:cubicBezTo>
                  <a:cubicBezTo>
                    <a:pt x="23062" y="16101"/>
                    <a:pt x="23338" y="16046"/>
                    <a:pt x="23595" y="15915"/>
                  </a:cubicBezTo>
                  <a:cubicBezTo>
                    <a:pt x="24161" y="15637"/>
                    <a:pt x="24427" y="15071"/>
                    <a:pt x="24538" y="14483"/>
                  </a:cubicBezTo>
                  <a:cubicBezTo>
                    <a:pt x="24649" y="13906"/>
                    <a:pt x="24571" y="13329"/>
                    <a:pt x="24205" y="12863"/>
                  </a:cubicBezTo>
                  <a:cubicBezTo>
                    <a:pt x="24105" y="12741"/>
                    <a:pt x="23994" y="12608"/>
                    <a:pt x="23872" y="12508"/>
                  </a:cubicBezTo>
                  <a:cubicBezTo>
                    <a:pt x="24250" y="12319"/>
                    <a:pt x="24538" y="11986"/>
                    <a:pt x="24716" y="11598"/>
                  </a:cubicBezTo>
                  <a:cubicBezTo>
                    <a:pt x="25037" y="10921"/>
                    <a:pt x="25104" y="10066"/>
                    <a:pt x="24960" y="9323"/>
                  </a:cubicBezTo>
                  <a:cubicBezTo>
                    <a:pt x="24816" y="8635"/>
                    <a:pt x="24383" y="8069"/>
                    <a:pt x="23817" y="7669"/>
                  </a:cubicBezTo>
                  <a:cubicBezTo>
                    <a:pt x="23295" y="7314"/>
                    <a:pt x="22585" y="6981"/>
                    <a:pt x="21863" y="6881"/>
                  </a:cubicBezTo>
                  <a:cubicBezTo>
                    <a:pt x="22385" y="5749"/>
                    <a:pt x="21997" y="4295"/>
                    <a:pt x="21098" y="3341"/>
                  </a:cubicBezTo>
                  <a:cubicBezTo>
                    <a:pt x="20476" y="2697"/>
                    <a:pt x="19599" y="2220"/>
                    <a:pt x="18701" y="2164"/>
                  </a:cubicBezTo>
                  <a:cubicBezTo>
                    <a:pt x="18651" y="2162"/>
                    <a:pt x="18601" y="2161"/>
                    <a:pt x="18551" y="2161"/>
                  </a:cubicBezTo>
                  <a:cubicBezTo>
                    <a:pt x="18140" y="2161"/>
                    <a:pt x="17714" y="2243"/>
                    <a:pt x="17358" y="2431"/>
                  </a:cubicBezTo>
                  <a:cubicBezTo>
                    <a:pt x="17358" y="2431"/>
                    <a:pt x="17213" y="1931"/>
                    <a:pt x="16869" y="1487"/>
                  </a:cubicBezTo>
                  <a:cubicBezTo>
                    <a:pt x="16636" y="1177"/>
                    <a:pt x="16326" y="899"/>
                    <a:pt x="16026" y="700"/>
                  </a:cubicBezTo>
                  <a:cubicBezTo>
                    <a:pt x="15393" y="278"/>
                    <a:pt x="14583" y="0"/>
                    <a:pt x="13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38"/>
            <p:cNvSpPr/>
            <p:nvPr/>
          </p:nvSpPr>
          <p:spPr>
            <a:xfrm>
              <a:off x="4802150" y="2277325"/>
              <a:ext cx="143725" cy="255000"/>
            </a:xfrm>
            <a:custGeom>
              <a:avLst/>
              <a:gdLst/>
              <a:ahLst/>
              <a:cxnLst/>
              <a:rect l="l" t="t" r="r" b="b"/>
              <a:pathLst>
                <a:path w="5749" h="10200" fill="none" extrusionOk="0">
                  <a:moveTo>
                    <a:pt x="5749" y="10200"/>
                  </a:moveTo>
                  <a:cubicBezTo>
                    <a:pt x="4506" y="7037"/>
                    <a:pt x="2109" y="2764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4882875" y="2253475"/>
              <a:ext cx="39700" cy="108775"/>
            </a:xfrm>
            <a:custGeom>
              <a:avLst/>
              <a:gdLst/>
              <a:ahLst/>
              <a:cxnLst/>
              <a:rect l="l" t="t" r="r" b="b"/>
              <a:pathLst>
                <a:path w="1588" h="4351" fill="none" extrusionOk="0">
                  <a:moveTo>
                    <a:pt x="1588" y="4351"/>
                  </a:moveTo>
                  <a:cubicBezTo>
                    <a:pt x="889" y="2964"/>
                    <a:pt x="367" y="1499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4553825" y="1859775"/>
              <a:ext cx="379850" cy="217000"/>
            </a:xfrm>
            <a:custGeom>
              <a:avLst/>
              <a:gdLst/>
              <a:ahLst/>
              <a:cxnLst/>
              <a:rect l="l" t="t" r="r" b="b"/>
              <a:pathLst>
                <a:path w="15194" h="8680" fill="none" extrusionOk="0">
                  <a:moveTo>
                    <a:pt x="15049" y="4983"/>
                  </a:moveTo>
                  <a:cubicBezTo>
                    <a:pt x="15194" y="4107"/>
                    <a:pt x="14805" y="3174"/>
                    <a:pt x="14095" y="2653"/>
                  </a:cubicBezTo>
                  <a:cubicBezTo>
                    <a:pt x="13385" y="2120"/>
                    <a:pt x="12375" y="2031"/>
                    <a:pt x="11587" y="2431"/>
                  </a:cubicBezTo>
                  <a:cubicBezTo>
                    <a:pt x="11354" y="1454"/>
                    <a:pt x="10655" y="555"/>
                    <a:pt x="9689" y="278"/>
                  </a:cubicBezTo>
                  <a:cubicBezTo>
                    <a:pt x="8713" y="0"/>
                    <a:pt x="7547" y="478"/>
                    <a:pt x="7225" y="1443"/>
                  </a:cubicBezTo>
                  <a:cubicBezTo>
                    <a:pt x="6770" y="578"/>
                    <a:pt x="5450" y="333"/>
                    <a:pt x="4728" y="977"/>
                  </a:cubicBezTo>
                  <a:cubicBezTo>
                    <a:pt x="3996" y="1632"/>
                    <a:pt x="4085" y="2964"/>
                    <a:pt x="4884" y="3518"/>
                  </a:cubicBezTo>
                  <a:cubicBezTo>
                    <a:pt x="4440" y="3341"/>
                    <a:pt x="3974" y="3208"/>
                    <a:pt x="3496" y="3263"/>
                  </a:cubicBezTo>
                  <a:cubicBezTo>
                    <a:pt x="3019" y="3319"/>
                    <a:pt x="2553" y="3563"/>
                    <a:pt x="2342" y="3996"/>
                  </a:cubicBezTo>
                  <a:cubicBezTo>
                    <a:pt x="2143" y="4429"/>
                    <a:pt x="2287" y="5017"/>
                    <a:pt x="2709" y="5228"/>
                  </a:cubicBezTo>
                  <a:cubicBezTo>
                    <a:pt x="1798" y="4884"/>
                    <a:pt x="666" y="5405"/>
                    <a:pt x="334" y="6315"/>
                  </a:cubicBezTo>
                  <a:cubicBezTo>
                    <a:pt x="1" y="7214"/>
                    <a:pt x="511" y="8346"/>
                    <a:pt x="1410" y="867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4832100" y="2048725"/>
              <a:ext cx="160400" cy="82975"/>
            </a:xfrm>
            <a:custGeom>
              <a:avLst/>
              <a:gdLst/>
              <a:ahLst/>
              <a:cxnLst/>
              <a:rect l="l" t="t" r="r" b="b"/>
              <a:pathLst>
                <a:path w="6416" h="3319" fill="none" extrusionOk="0">
                  <a:moveTo>
                    <a:pt x="6282" y="3318"/>
                  </a:moveTo>
                  <a:cubicBezTo>
                    <a:pt x="6415" y="2897"/>
                    <a:pt x="6271" y="2397"/>
                    <a:pt x="5916" y="2120"/>
                  </a:cubicBezTo>
                  <a:cubicBezTo>
                    <a:pt x="5572" y="1842"/>
                    <a:pt x="5062" y="1809"/>
                    <a:pt x="4684" y="2009"/>
                  </a:cubicBezTo>
                  <a:cubicBezTo>
                    <a:pt x="4740" y="1210"/>
                    <a:pt x="4218" y="400"/>
                    <a:pt x="3463" y="144"/>
                  </a:cubicBezTo>
                  <a:cubicBezTo>
                    <a:pt x="3086" y="0"/>
                    <a:pt x="2642" y="0"/>
                    <a:pt x="2287" y="200"/>
                  </a:cubicBezTo>
                  <a:cubicBezTo>
                    <a:pt x="1921" y="389"/>
                    <a:pt x="1677" y="777"/>
                    <a:pt x="1699" y="1176"/>
                  </a:cubicBezTo>
                  <a:cubicBezTo>
                    <a:pt x="1521" y="788"/>
                    <a:pt x="1000" y="599"/>
                    <a:pt x="589" y="766"/>
                  </a:cubicBezTo>
                  <a:cubicBezTo>
                    <a:pt x="190" y="943"/>
                    <a:pt x="1" y="1476"/>
                    <a:pt x="178" y="18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4587125" y="2105600"/>
              <a:ext cx="115450" cy="114050"/>
            </a:xfrm>
            <a:custGeom>
              <a:avLst/>
              <a:gdLst/>
              <a:ahLst/>
              <a:cxnLst/>
              <a:rect l="l" t="t" r="r" b="b"/>
              <a:pathLst>
                <a:path w="4618" h="4562" fill="none" extrusionOk="0">
                  <a:moveTo>
                    <a:pt x="4617" y="1066"/>
                  </a:moveTo>
                  <a:cubicBezTo>
                    <a:pt x="4473" y="766"/>
                    <a:pt x="4140" y="555"/>
                    <a:pt x="3796" y="544"/>
                  </a:cubicBezTo>
                  <a:cubicBezTo>
                    <a:pt x="3463" y="533"/>
                    <a:pt x="3119" y="710"/>
                    <a:pt x="2941" y="999"/>
                  </a:cubicBezTo>
                  <a:cubicBezTo>
                    <a:pt x="2886" y="555"/>
                    <a:pt x="2298" y="144"/>
                    <a:pt x="1887" y="89"/>
                  </a:cubicBezTo>
                  <a:cubicBezTo>
                    <a:pt x="1254" y="0"/>
                    <a:pt x="544" y="333"/>
                    <a:pt x="278" y="944"/>
                  </a:cubicBezTo>
                  <a:cubicBezTo>
                    <a:pt x="0" y="1620"/>
                    <a:pt x="400" y="2397"/>
                    <a:pt x="1010" y="2752"/>
                  </a:cubicBezTo>
                  <a:cubicBezTo>
                    <a:pt x="611" y="2697"/>
                    <a:pt x="267" y="3108"/>
                    <a:pt x="267" y="3529"/>
                  </a:cubicBezTo>
                  <a:cubicBezTo>
                    <a:pt x="267" y="3940"/>
                    <a:pt x="511" y="4284"/>
                    <a:pt x="822" y="456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38"/>
            <p:cNvSpPr/>
            <p:nvPr/>
          </p:nvSpPr>
          <p:spPr>
            <a:xfrm>
              <a:off x="4925325" y="2407350"/>
              <a:ext cx="66900" cy="119750"/>
            </a:xfrm>
            <a:custGeom>
              <a:avLst/>
              <a:gdLst/>
              <a:ahLst/>
              <a:cxnLst/>
              <a:rect l="l" t="t" r="r" b="b"/>
              <a:pathLst>
                <a:path w="2676" h="4790" extrusionOk="0">
                  <a:moveTo>
                    <a:pt x="139" y="1"/>
                  </a:moveTo>
                  <a:cubicBezTo>
                    <a:pt x="63" y="1"/>
                    <a:pt x="8" y="61"/>
                    <a:pt x="1" y="227"/>
                  </a:cubicBezTo>
                  <a:cubicBezTo>
                    <a:pt x="1" y="315"/>
                    <a:pt x="23" y="415"/>
                    <a:pt x="56" y="504"/>
                  </a:cubicBezTo>
                  <a:cubicBezTo>
                    <a:pt x="400" y="1514"/>
                    <a:pt x="844" y="2502"/>
                    <a:pt x="1377" y="3412"/>
                  </a:cubicBezTo>
                  <a:cubicBezTo>
                    <a:pt x="1610" y="3833"/>
                    <a:pt x="1843" y="4300"/>
                    <a:pt x="2165" y="4633"/>
                  </a:cubicBezTo>
                  <a:cubicBezTo>
                    <a:pt x="2256" y="4734"/>
                    <a:pt x="2357" y="4789"/>
                    <a:pt x="2442" y="4789"/>
                  </a:cubicBezTo>
                  <a:cubicBezTo>
                    <a:pt x="2449" y="4789"/>
                    <a:pt x="2457" y="4789"/>
                    <a:pt x="2465" y="4788"/>
                  </a:cubicBezTo>
                  <a:cubicBezTo>
                    <a:pt x="2553" y="4777"/>
                    <a:pt x="2620" y="4688"/>
                    <a:pt x="2653" y="4610"/>
                  </a:cubicBezTo>
                  <a:cubicBezTo>
                    <a:pt x="2675" y="4522"/>
                    <a:pt x="2664" y="4422"/>
                    <a:pt x="2653" y="4344"/>
                  </a:cubicBezTo>
                  <a:cubicBezTo>
                    <a:pt x="2509" y="3623"/>
                    <a:pt x="2209" y="2946"/>
                    <a:pt x="1843" y="2302"/>
                  </a:cubicBezTo>
                  <a:cubicBezTo>
                    <a:pt x="1488" y="1647"/>
                    <a:pt x="1111" y="1015"/>
                    <a:pt x="667" y="415"/>
                  </a:cubicBezTo>
                  <a:cubicBezTo>
                    <a:pt x="582" y="300"/>
                    <a:pt x="308" y="1"/>
                    <a:pt x="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38"/>
            <p:cNvSpPr/>
            <p:nvPr/>
          </p:nvSpPr>
          <p:spPr>
            <a:xfrm>
              <a:off x="4911175" y="2374200"/>
              <a:ext cx="18900" cy="24400"/>
            </a:xfrm>
            <a:custGeom>
              <a:avLst/>
              <a:gdLst/>
              <a:ahLst/>
              <a:cxnLst/>
              <a:rect l="l" t="t" r="r" b="b"/>
              <a:pathLst>
                <a:path w="756" h="976" extrusionOk="0">
                  <a:moveTo>
                    <a:pt x="224" y="0"/>
                  </a:moveTo>
                  <a:cubicBezTo>
                    <a:pt x="205" y="0"/>
                    <a:pt x="186" y="3"/>
                    <a:pt x="167" y="10"/>
                  </a:cubicBezTo>
                  <a:cubicBezTo>
                    <a:pt x="56" y="43"/>
                    <a:pt x="1" y="188"/>
                    <a:pt x="23" y="310"/>
                  </a:cubicBezTo>
                  <a:cubicBezTo>
                    <a:pt x="56" y="565"/>
                    <a:pt x="234" y="798"/>
                    <a:pt x="445" y="920"/>
                  </a:cubicBezTo>
                  <a:cubicBezTo>
                    <a:pt x="478" y="953"/>
                    <a:pt x="522" y="976"/>
                    <a:pt x="578" y="976"/>
                  </a:cubicBezTo>
                  <a:cubicBezTo>
                    <a:pt x="633" y="976"/>
                    <a:pt x="678" y="964"/>
                    <a:pt x="722" y="931"/>
                  </a:cubicBezTo>
                  <a:cubicBezTo>
                    <a:pt x="755" y="898"/>
                    <a:pt x="755" y="820"/>
                    <a:pt x="744" y="754"/>
                  </a:cubicBezTo>
                  <a:cubicBezTo>
                    <a:pt x="722" y="509"/>
                    <a:pt x="622" y="265"/>
                    <a:pt x="445" y="99"/>
                  </a:cubicBezTo>
                  <a:cubicBezTo>
                    <a:pt x="383" y="46"/>
                    <a:pt x="300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38"/>
            <p:cNvSpPr/>
            <p:nvPr/>
          </p:nvSpPr>
          <p:spPr>
            <a:xfrm>
              <a:off x="4893900" y="1836525"/>
              <a:ext cx="75025" cy="85750"/>
            </a:xfrm>
            <a:custGeom>
              <a:avLst/>
              <a:gdLst/>
              <a:ahLst/>
              <a:cxnLst/>
              <a:rect l="l" t="t" r="r" b="b"/>
              <a:pathLst>
                <a:path w="3001" h="3430" extrusionOk="0">
                  <a:moveTo>
                    <a:pt x="542" y="1"/>
                  </a:moveTo>
                  <a:cubicBezTo>
                    <a:pt x="277" y="1"/>
                    <a:pt x="1" y="133"/>
                    <a:pt x="203" y="442"/>
                  </a:cubicBezTo>
                  <a:cubicBezTo>
                    <a:pt x="492" y="886"/>
                    <a:pt x="1047" y="1053"/>
                    <a:pt x="1358" y="1474"/>
                  </a:cubicBezTo>
                  <a:cubicBezTo>
                    <a:pt x="1469" y="1607"/>
                    <a:pt x="1546" y="1752"/>
                    <a:pt x="1635" y="1896"/>
                  </a:cubicBezTo>
                  <a:cubicBezTo>
                    <a:pt x="1813" y="2218"/>
                    <a:pt x="1935" y="2562"/>
                    <a:pt x="2079" y="2917"/>
                  </a:cubicBezTo>
                  <a:cubicBezTo>
                    <a:pt x="2135" y="3083"/>
                    <a:pt x="2212" y="3217"/>
                    <a:pt x="2356" y="3328"/>
                  </a:cubicBezTo>
                  <a:cubicBezTo>
                    <a:pt x="2436" y="3387"/>
                    <a:pt x="2551" y="3429"/>
                    <a:pt x="2662" y="3429"/>
                  </a:cubicBezTo>
                  <a:cubicBezTo>
                    <a:pt x="2675" y="3429"/>
                    <a:pt x="2688" y="3429"/>
                    <a:pt x="2700" y="3427"/>
                  </a:cubicBezTo>
                  <a:cubicBezTo>
                    <a:pt x="2989" y="3372"/>
                    <a:pt x="3000" y="3028"/>
                    <a:pt x="2989" y="2784"/>
                  </a:cubicBezTo>
                  <a:cubicBezTo>
                    <a:pt x="2878" y="1563"/>
                    <a:pt x="1924" y="209"/>
                    <a:pt x="658" y="9"/>
                  </a:cubicBezTo>
                  <a:cubicBezTo>
                    <a:pt x="621" y="4"/>
                    <a:pt x="582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38"/>
            <p:cNvSpPr/>
            <p:nvPr/>
          </p:nvSpPr>
          <p:spPr>
            <a:xfrm>
              <a:off x="4813525" y="1788550"/>
              <a:ext cx="46625" cy="47825"/>
            </a:xfrm>
            <a:custGeom>
              <a:avLst/>
              <a:gdLst/>
              <a:ahLst/>
              <a:cxnLst/>
              <a:rect l="l" t="t" r="r" b="b"/>
              <a:pathLst>
                <a:path w="1865" h="1913" extrusionOk="0">
                  <a:moveTo>
                    <a:pt x="206" y="0"/>
                  </a:moveTo>
                  <a:cubicBezTo>
                    <a:pt x="169" y="0"/>
                    <a:pt x="133" y="9"/>
                    <a:pt x="100" y="31"/>
                  </a:cubicBezTo>
                  <a:cubicBezTo>
                    <a:pt x="0" y="86"/>
                    <a:pt x="0" y="219"/>
                    <a:pt x="45" y="319"/>
                  </a:cubicBezTo>
                  <a:cubicBezTo>
                    <a:pt x="100" y="430"/>
                    <a:pt x="200" y="497"/>
                    <a:pt x="267" y="597"/>
                  </a:cubicBezTo>
                  <a:cubicBezTo>
                    <a:pt x="367" y="708"/>
                    <a:pt x="466" y="830"/>
                    <a:pt x="555" y="963"/>
                  </a:cubicBezTo>
                  <a:cubicBezTo>
                    <a:pt x="733" y="1196"/>
                    <a:pt x="899" y="1462"/>
                    <a:pt x="1099" y="1684"/>
                  </a:cubicBezTo>
                  <a:cubicBezTo>
                    <a:pt x="1185" y="1778"/>
                    <a:pt x="1336" y="1912"/>
                    <a:pt x="1483" y="1912"/>
                  </a:cubicBezTo>
                  <a:cubicBezTo>
                    <a:pt x="1526" y="1912"/>
                    <a:pt x="1569" y="1901"/>
                    <a:pt x="1609" y="1873"/>
                  </a:cubicBezTo>
                  <a:cubicBezTo>
                    <a:pt x="1865" y="1695"/>
                    <a:pt x="1499" y="1140"/>
                    <a:pt x="1376" y="963"/>
                  </a:cubicBezTo>
                  <a:cubicBezTo>
                    <a:pt x="1132" y="597"/>
                    <a:pt x="810" y="297"/>
                    <a:pt x="433" y="75"/>
                  </a:cubicBezTo>
                  <a:cubicBezTo>
                    <a:pt x="366" y="38"/>
                    <a:pt x="283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4" name="Google Shape;1494;p38"/>
          <p:cNvGrpSpPr/>
          <p:nvPr/>
        </p:nvGrpSpPr>
        <p:grpSpPr>
          <a:xfrm>
            <a:off x="7656879" y="503887"/>
            <a:ext cx="1850668" cy="1136666"/>
            <a:chOff x="5723275" y="2255625"/>
            <a:chExt cx="562975" cy="345775"/>
          </a:xfrm>
        </p:grpSpPr>
        <p:sp>
          <p:nvSpPr>
            <p:cNvPr id="1495" name="Google Shape;1495;p38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38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38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8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38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38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8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38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38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8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8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38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38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38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8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8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8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38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38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38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38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38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38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38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8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8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8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8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8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38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38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38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38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b69b6c9aee_0_144"/>
          <p:cNvSpPr txBox="1">
            <a:spLocks noGrp="1"/>
          </p:cNvSpPr>
          <p:nvPr>
            <p:ph type="title"/>
          </p:nvPr>
        </p:nvSpPr>
        <p:spPr>
          <a:xfrm>
            <a:off x="720000" y="111791"/>
            <a:ext cx="77040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Conclusions and Outlook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547" name="Google Shape;1547;g3b69b6c9aee_0_144"/>
          <p:cNvSpPr txBox="1">
            <a:spLocks noGrp="1"/>
          </p:cNvSpPr>
          <p:nvPr>
            <p:ph type="subTitle" idx="1"/>
          </p:nvPr>
        </p:nvSpPr>
        <p:spPr>
          <a:xfrm>
            <a:off x="1084025" y="652651"/>
            <a:ext cx="68820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b="1">
                <a:solidFill>
                  <a:srgbClr val="000000"/>
                </a:solidFill>
              </a:rPr>
              <a:t>YOLOv8 models</a:t>
            </a:r>
            <a:r>
              <a:rPr lang="en-US">
                <a:solidFill>
                  <a:srgbClr val="000000"/>
                </a:solidFill>
              </a:rPr>
              <a:t> proved highly effective for food object detection when fine-tuned on a large, domain-specific dataset.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b="1">
                <a:solidFill>
                  <a:srgbClr val="000000"/>
                </a:solidFill>
              </a:rPr>
              <a:t>Model size matters</a:t>
            </a:r>
            <a:r>
              <a:rPr lang="en-US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b="1">
                <a:solidFill>
                  <a:srgbClr val="000000"/>
                </a:solidFill>
              </a:rPr>
              <a:t>YOLOv8n</a:t>
            </a:r>
            <a:r>
              <a:rPr lang="en-US">
                <a:solidFill>
                  <a:srgbClr val="000000"/>
                </a:solidFill>
              </a:rPr>
              <a:t> offers fast, lightweight inference suitable for mobile and real-time use.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 b="1">
                <a:solidFill>
                  <a:srgbClr val="000000"/>
                </a:solidFill>
              </a:rPr>
              <a:t>YOLOv8s/m</a:t>
            </a:r>
            <a:r>
              <a:rPr lang="en-US">
                <a:solidFill>
                  <a:srgbClr val="000000"/>
                </a:solidFill>
              </a:rPr>
              <a:t> achieve better localization and higher mAP at the cost of increased computation.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>
                <a:solidFill>
                  <a:srgbClr val="000000"/>
                </a:solidFill>
              </a:rPr>
              <a:t>Combining </a:t>
            </a:r>
            <a:r>
              <a:rPr lang="en-US" b="1">
                <a:solidFill>
                  <a:srgbClr val="000000"/>
                </a:solidFill>
              </a:rPr>
              <a:t>on-device YOLO detection</a:t>
            </a:r>
            <a:r>
              <a:rPr lang="en-US">
                <a:solidFill>
                  <a:srgbClr val="000000"/>
                </a:solidFill>
              </a:rPr>
              <a:t> with a </a:t>
            </a:r>
            <a:r>
              <a:rPr lang="en-US" b="1">
                <a:solidFill>
                  <a:srgbClr val="000000"/>
                </a:solidFill>
              </a:rPr>
              <a:t>local LLM (LLaVA)</a:t>
            </a:r>
            <a:r>
              <a:rPr lang="en-US">
                <a:solidFill>
                  <a:srgbClr val="000000"/>
                </a:solidFill>
              </a:rPr>
              <a:t> enables accurate food recognition and calorie estimation while preserving </a:t>
            </a:r>
            <a:r>
              <a:rPr lang="en-US" b="1">
                <a:solidFill>
                  <a:srgbClr val="000000"/>
                </a:solidFill>
              </a:rPr>
              <a:t>privacy and offline capability</a:t>
            </a:r>
            <a:r>
              <a:rPr lang="en-U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>
                <a:solidFill>
                  <a:srgbClr val="000000"/>
                </a:solidFill>
              </a:rPr>
              <a:t>The proposed </a:t>
            </a:r>
            <a:r>
              <a:rPr lang="en-US" b="1">
                <a:solidFill>
                  <a:srgbClr val="000000"/>
                </a:solidFill>
              </a:rPr>
              <a:t>end-to-end system</a:t>
            </a:r>
            <a:r>
              <a:rPr lang="en-US">
                <a:solidFill>
                  <a:srgbClr val="000000"/>
                </a:solidFill>
              </a:rPr>
              <a:t> demonstrates a practical integration of computer vision and multimodal AI in a real-world mobile application.</a:t>
            </a:r>
            <a:endParaRPr>
              <a:solidFill>
                <a:srgbClr val="000000"/>
              </a:solidFill>
            </a:endParaRPr>
          </a:p>
          <a:p>
            <a:pPr marL="457200" lvl="0" indent="-53975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DM Sans Light"/>
              <a:buChar char="●"/>
            </a:pPr>
            <a:r>
              <a:rPr lang="en-US">
                <a:solidFill>
                  <a:srgbClr val="000000"/>
                </a:solidFill>
              </a:rPr>
              <a:t>This work provides a </a:t>
            </a:r>
            <a:r>
              <a:rPr lang="en-US" b="1">
                <a:solidFill>
                  <a:srgbClr val="000000"/>
                </a:solidFill>
              </a:rPr>
              <a:t>scalable foundation</a:t>
            </a:r>
            <a:r>
              <a:rPr lang="en-US">
                <a:solidFill>
                  <a:srgbClr val="000000"/>
                </a:solidFill>
              </a:rPr>
              <a:t> for future nutrition, health monitoring, and intelligent dietary assistance systems.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b69b6c9aee_0_77"/>
          <p:cNvSpPr txBox="1">
            <a:spLocks noGrp="1"/>
          </p:cNvSpPr>
          <p:nvPr>
            <p:ph type="title"/>
          </p:nvPr>
        </p:nvSpPr>
        <p:spPr>
          <a:xfrm>
            <a:off x="497100" y="885450"/>
            <a:ext cx="81498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 for your attention!</a:t>
            </a:r>
            <a:endParaRPr/>
          </a:p>
        </p:txBody>
      </p:sp>
      <p:grpSp>
        <p:nvGrpSpPr>
          <p:cNvPr id="1553" name="Google Shape;1553;g3b69b6c9aee_0_77"/>
          <p:cNvGrpSpPr/>
          <p:nvPr/>
        </p:nvGrpSpPr>
        <p:grpSpPr>
          <a:xfrm flipH="1">
            <a:off x="7046693" y="3770731"/>
            <a:ext cx="1560527" cy="2051653"/>
            <a:chOff x="4434525" y="1766000"/>
            <a:chExt cx="627625" cy="825150"/>
          </a:xfrm>
        </p:grpSpPr>
        <p:sp>
          <p:nvSpPr>
            <p:cNvPr id="1554" name="Google Shape;1554;g3b69b6c9aee_0_77"/>
            <p:cNvSpPr/>
            <p:nvPr/>
          </p:nvSpPr>
          <p:spPr>
            <a:xfrm>
              <a:off x="4712525" y="2110875"/>
              <a:ext cx="314375" cy="480275"/>
            </a:xfrm>
            <a:custGeom>
              <a:avLst/>
              <a:gdLst/>
              <a:ahLst/>
              <a:cxnLst/>
              <a:rect l="l" t="t" r="r" b="b"/>
              <a:pathLst>
                <a:path w="12575" h="19211" extrusionOk="0">
                  <a:moveTo>
                    <a:pt x="3430" y="0"/>
                  </a:moveTo>
                  <a:cubicBezTo>
                    <a:pt x="3186" y="49"/>
                    <a:pt x="2937" y="80"/>
                    <a:pt x="2685" y="80"/>
                  </a:cubicBezTo>
                  <a:cubicBezTo>
                    <a:pt x="2593" y="80"/>
                    <a:pt x="2501" y="76"/>
                    <a:pt x="2409" y="67"/>
                  </a:cubicBezTo>
                  <a:cubicBezTo>
                    <a:pt x="2405" y="66"/>
                    <a:pt x="2401" y="65"/>
                    <a:pt x="2398" y="65"/>
                  </a:cubicBezTo>
                  <a:cubicBezTo>
                    <a:pt x="2361" y="65"/>
                    <a:pt x="2343" y="113"/>
                    <a:pt x="2353" y="133"/>
                  </a:cubicBezTo>
                  <a:cubicBezTo>
                    <a:pt x="2353" y="155"/>
                    <a:pt x="2365" y="167"/>
                    <a:pt x="2365" y="167"/>
                  </a:cubicBezTo>
                  <a:cubicBezTo>
                    <a:pt x="2453" y="744"/>
                    <a:pt x="2564" y="1332"/>
                    <a:pt x="2731" y="1898"/>
                  </a:cubicBezTo>
                  <a:cubicBezTo>
                    <a:pt x="2875" y="2464"/>
                    <a:pt x="3064" y="3019"/>
                    <a:pt x="3263" y="3574"/>
                  </a:cubicBezTo>
                  <a:cubicBezTo>
                    <a:pt x="3541" y="4339"/>
                    <a:pt x="3852" y="5094"/>
                    <a:pt x="4185" y="5838"/>
                  </a:cubicBezTo>
                  <a:cubicBezTo>
                    <a:pt x="3707" y="5294"/>
                    <a:pt x="3230" y="4761"/>
                    <a:pt x="2742" y="4239"/>
                  </a:cubicBezTo>
                  <a:cubicBezTo>
                    <a:pt x="2098" y="3562"/>
                    <a:pt x="1454" y="2886"/>
                    <a:pt x="744" y="2286"/>
                  </a:cubicBezTo>
                  <a:cubicBezTo>
                    <a:pt x="719" y="2278"/>
                    <a:pt x="706" y="2257"/>
                    <a:pt x="692" y="2257"/>
                  </a:cubicBezTo>
                  <a:cubicBezTo>
                    <a:pt x="688" y="2257"/>
                    <a:pt x="683" y="2259"/>
                    <a:pt x="678" y="2264"/>
                  </a:cubicBezTo>
                  <a:cubicBezTo>
                    <a:pt x="611" y="2275"/>
                    <a:pt x="567" y="2342"/>
                    <a:pt x="533" y="2375"/>
                  </a:cubicBezTo>
                  <a:cubicBezTo>
                    <a:pt x="478" y="2430"/>
                    <a:pt x="422" y="2486"/>
                    <a:pt x="367" y="2553"/>
                  </a:cubicBezTo>
                  <a:cubicBezTo>
                    <a:pt x="267" y="2675"/>
                    <a:pt x="167" y="2797"/>
                    <a:pt x="56" y="2908"/>
                  </a:cubicBezTo>
                  <a:lnTo>
                    <a:pt x="1" y="2963"/>
                  </a:lnTo>
                  <a:cubicBezTo>
                    <a:pt x="12" y="3052"/>
                    <a:pt x="34" y="3107"/>
                    <a:pt x="89" y="3174"/>
                  </a:cubicBezTo>
                  <a:cubicBezTo>
                    <a:pt x="322" y="3451"/>
                    <a:pt x="522" y="3773"/>
                    <a:pt x="744" y="4051"/>
                  </a:cubicBezTo>
                  <a:cubicBezTo>
                    <a:pt x="1688" y="5227"/>
                    <a:pt x="2586" y="6437"/>
                    <a:pt x="3408" y="7702"/>
                  </a:cubicBezTo>
                  <a:cubicBezTo>
                    <a:pt x="4240" y="8956"/>
                    <a:pt x="5017" y="10266"/>
                    <a:pt x="5749" y="11586"/>
                  </a:cubicBezTo>
                  <a:cubicBezTo>
                    <a:pt x="6426" y="12807"/>
                    <a:pt x="7081" y="14050"/>
                    <a:pt x="7725" y="15315"/>
                  </a:cubicBezTo>
                  <a:cubicBezTo>
                    <a:pt x="8272" y="16398"/>
                    <a:pt x="8901" y="19210"/>
                    <a:pt x="10464" y="19210"/>
                  </a:cubicBezTo>
                  <a:cubicBezTo>
                    <a:pt x="10519" y="19210"/>
                    <a:pt x="10575" y="19207"/>
                    <a:pt x="10632" y="19199"/>
                  </a:cubicBezTo>
                  <a:cubicBezTo>
                    <a:pt x="11187" y="19133"/>
                    <a:pt x="11776" y="18866"/>
                    <a:pt x="12197" y="18500"/>
                  </a:cubicBezTo>
                  <a:cubicBezTo>
                    <a:pt x="12397" y="18334"/>
                    <a:pt x="12552" y="18112"/>
                    <a:pt x="12552" y="17868"/>
                  </a:cubicBezTo>
                  <a:cubicBezTo>
                    <a:pt x="12575" y="17324"/>
                    <a:pt x="12242" y="16858"/>
                    <a:pt x="11975" y="16414"/>
                  </a:cubicBezTo>
                  <a:cubicBezTo>
                    <a:pt x="11665" y="15859"/>
                    <a:pt x="11343" y="15282"/>
                    <a:pt x="11032" y="14727"/>
                  </a:cubicBezTo>
                  <a:cubicBezTo>
                    <a:pt x="10144" y="13096"/>
                    <a:pt x="9334" y="11431"/>
                    <a:pt x="8624" y="9711"/>
                  </a:cubicBezTo>
                  <a:cubicBezTo>
                    <a:pt x="8280" y="8856"/>
                    <a:pt x="7958" y="8013"/>
                    <a:pt x="7680" y="7136"/>
                  </a:cubicBezTo>
                  <a:cubicBezTo>
                    <a:pt x="7403" y="6281"/>
                    <a:pt x="7148" y="5394"/>
                    <a:pt x="6959" y="4506"/>
                  </a:cubicBezTo>
                  <a:cubicBezTo>
                    <a:pt x="6837" y="3962"/>
                    <a:pt x="6726" y="3418"/>
                    <a:pt x="6648" y="2886"/>
                  </a:cubicBezTo>
                  <a:cubicBezTo>
                    <a:pt x="6615" y="2519"/>
                    <a:pt x="6571" y="2164"/>
                    <a:pt x="6471" y="1831"/>
                  </a:cubicBezTo>
                  <a:cubicBezTo>
                    <a:pt x="6460" y="1765"/>
                    <a:pt x="6371" y="1776"/>
                    <a:pt x="6315" y="1765"/>
                  </a:cubicBezTo>
                  <a:cubicBezTo>
                    <a:pt x="6267" y="1756"/>
                    <a:pt x="6218" y="1752"/>
                    <a:pt x="6168" y="1752"/>
                  </a:cubicBezTo>
                  <a:cubicBezTo>
                    <a:pt x="6035" y="1752"/>
                    <a:pt x="5898" y="1776"/>
                    <a:pt x="5760" y="1776"/>
                  </a:cubicBezTo>
                  <a:cubicBezTo>
                    <a:pt x="5738" y="1776"/>
                    <a:pt x="5694" y="1776"/>
                    <a:pt x="5683" y="1820"/>
                  </a:cubicBezTo>
                  <a:cubicBezTo>
                    <a:pt x="5649" y="1898"/>
                    <a:pt x="5683" y="1998"/>
                    <a:pt x="5683" y="2075"/>
                  </a:cubicBezTo>
                  <a:cubicBezTo>
                    <a:pt x="5727" y="2453"/>
                    <a:pt x="5705" y="2830"/>
                    <a:pt x="5727" y="3185"/>
                  </a:cubicBezTo>
                  <a:cubicBezTo>
                    <a:pt x="5738" y="3562"/>
                    <a:pt x="5783" y="3940"/>
                    <a:pt x="5816" y="4295"/>
                  </a:cubicBezTo>
                  <a:cubicBezTo>
                    <a:pt x="5960" y="5349"/>
                    <a:pt x="6171" y="6381"/>
                    <a:pt x="6426" y="7402"/>
                  </a:cubicBezTo>
                  <a:cubicBezTo>
                    <a:pt x="6171" y="6836"/>
                    <a:pt x="5905" y="6270"/>
                    <a:pt x="5649" y="5682"/>
                  </a:cubicBezTo>
                  <a:cubicBezTo>
                    <a:pt x="5261" y="4783"/>
                    <a:pt x="4873" y="3884"/>
                    <a:pt x="4540" y="2952"/>
                  </a:cubicBezTo>
                  <a:cubicBezTo>
                    <a:pt x="4362" y="2486"/>
                    <a:pt x="4207" y="2009"/>
                    <a:pt x="4040" y="1543"/>
                  </a:cubicBezTo>
                  <a:cubicBezTo>
                    <a:pt x="3896" y="1077"/>
                    <a:pt x="3763" y="599"/>
                    <a:pt x="3563" y="155"/>
                  </a:cubicBezTo>
                  <a:cubicBezTo>
                    <a:pt x="3541" y="111"/>
                    <a:pt x="3519" y="67"/>
                    <a:pt x="3485" y="22"/>
                  </a:cubicBezTo>
                  <a:cubicBezTo>
                    <a:pt x="3485" y="11"/>
                    <a:pt x="3474" y="0"/>
                    <a:pt x="3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b69b6c9aee_0_77"/>
            <p:cNvSpPr/>
            <p:nvPr/>
          </p:nvSpPr>
          <p:spPr>
            <a:xfrm>
              <a:off x="4434525" y="1766000"/>
              <a:ext cx="627625" cy="498675"/>
            </a:xfrm>
            <a:custGeom>
              <a:avLst/>
              <a:gdLst/>
              <a:ahLst/>
              <a:cxnLst/>
              <a:rect l="l" t="t" r="r" b="b"/>
              <a:pathLst>
                <a:path w="25105" h="19947" extrusionOk="0">
                  <a:moveTo>
                    <a:pt x="13817" y="0"/>
                  </a:moveTo>
                  <a:cubicBezTo>
                    <a:pt x="12952" y="11"/>
                    <a:pt x="12164" y="422"/>
                    <a:pt x="11542" y="988"/>
                  </a:cubicBezTo>
                  <a:cubicBezTo>
                    <a:pt x="11098" y="1388"/>
                    <a:pt x="10710" y="1954"/>
                    <a:pt x="10455" y="2586"/>
                  </a:cubicBezTo>
                  <a:cubicBezTo>
                    <a:pt x="10421" y="2553"/>
                    <a:pt x="10388" y="2508"/>
                    <a:pt x="10333" y="2486"/>
                  </a:cubicBezTo>
                  <a:cubicBezTo>
                    <a:pt x="10044" y="2275"/>
                    <a:pt x="9722" y="2098"/>
                    <a:pt x="9378" y="1987"/>
                  </a:cubicBezTo>
                  <a:cubicBezTo>
                    <a:pt x="9051" y="1874"/>
                    <a:pt x="8703" y="1816"/>
                    <a:pt x="8355" y="1816"/>
                  </a:cubicBezTo>
                  <a:cubicBezTo>
                    <a:pt x="7480" y="1816"/>
                    <a:pt x="6610" y="2180"/>
                    <a:pt x="6093" y="2919"/>
                  </a:cubicBezTo>
                  <a:cubicBezTo>
                    <a:pt x="5727" y="3419"/>
                    <a:pt x="5538" y="4073"/>
                    <a:pt x="5627" y="4695"/>
                  </a:cubicBezTo>
                  <a:cubicBezTo>
                    <a:pt x="5649" y="4750"/>
                    <a:pt x="5660" y="4784"/>
                    <a:pt x="5660" y="4828"/>
                  </a:cubicBezTo>
                  <a:cubicBezTo>
                    <a:pt x="5660" y="4828"/>
                    <a:pt x="5455" y="4817"/>
                    <a:pt x="5198" y="4817"/>
                  </a:cubicBezTo>
                  <a:cubicBezTo>
                    <a:pt x="4942" y="4817"/>
                    <a:pt x="4634" y="4828"/>
                    <a:pt x="4429" y="4872"/>
                  </a:cubicBezTo>
                  <a:cubicBezTo>
                    <a:pt x="4051" y="4939"/>
                    <a:pt x="3707" y="5128"/>
                    <a:pt x="3408" y="5327"/>
                  </a:cubicBezTo>
                  <a:cubicBezTo>
                    <a:pt x="2842" y="5749"/>
                    <a:pt x="2431" y="6404"/>
                    <a:pt x="2320" y="7092"/>
                  </a:cubicBezTo>
                  <a:cubicBezTo>
                    <a:pt x="2242" y="7480"/>
                    <a:pt x="2264" y="7880"/>
                    <a:pt x="2342" y="8290"/>
                  </a:cubicBezTo>
                  <a:cubicBezTo>
                    <a:pt x="2375" y="8400"/>
                    <a:pt x="2676" y="9346"/>
                    <a:pt x="2823" y="9346"/>
                  </a:cubicBezTo>
                  <a:cubicBezTo>
                    <a:pt x="2824" y="9346"/>
                    <a:pt x="2826" y="9346"/>
                    <a:pt x="2827" y="9345"/>
                  </a:cubicBezTo>
                  <a:lnTo>
                    <a:pt x="2827" y="9345"/>
                  </a:lnTo>
                  <a:cubicBezTo>
                    <a:pt x="2761" y="9357"/>
                    <a:pt x="2685" y="9379"/>
                    <a:pt x="2620" y="9400"/>
                  </a:cubicBezTo>
                  <a:cubicBezTo>
                    <a:pt x="1099" y="9922"/>
                    <a:pt x="0" y="11908"/>
                    <a:pt x="1144" y="13296"/>
                  </a:cubicBezTo>
                  <a:cubicBezTo>
                    <a:pt x="1599" y="13839"/>
                    <a:pt x="2220" y="14283"/>
                    <a:pt x="2897" y="14561"/>
                  </a:cubicBezTo>
                  <a:cubicBezTo>
                    <a:pt x="2875" y="14616"/>
                    <a:pt x="2842" y="14672"/>
                    <a:pt x="2830" y="14727"/>
                  </a:cubicBezTo>
                  <a:cubicBezTo>
                    <a:pt x="2198" y="16503"/>
                    <a:pt x="3552" y="18256"/>
                    <a:pt x="5117" y="18956"/>
                  </a:cubicBezTo>
                  <a:cubicBezTo>
                    <a:pt x="5491" y="19116"/>
                    <a:pt x="5873" y="19205"/>
                    <a:pt x="6261" y="19205"/>
                  </a:cubicBezTo>
                  <a:cubicBezTo>
                    <a:pt x="6357" y="19205"/>
                    <a:pt x="6452" y="19200"/>
                    <a:pt x="6548" y="19189"/>
                  </a:cubicBezTo>
                  <a:cubicBezTo>
                    <a:pt x="6615" y="19255"/>
                    <a:pt x="6704" y="19322"/>
                    <a:pt x="6781" y="19399"/>
                  </a:cubicBezTo>
                  <a:cubicBezTo>
                    <a:pt x="7283" y="19776"/>
                    <a:pt x="7977" y="19946"/>
                    <a:pt x="8646" y="19946"/>
                  </a:cubicBezTo>
                  <a:cubicBezTo>
                    <a:pt x="8983" y="19946"/>
                    <a:pt x="9314" y="19903"/>
                    <a:pt x="9611" y="19821"/>
                  </a:cubicBezTo>
                  <a:cubicBezTo>
                    <a:pt x="10643" y="19544"/>
                    <a:pt x="11576" y="18789"/>
                    <a:pt x="11853" y="17735"/>
                  </a:cubicBezTo>
                  <a:cubicBezTo>
                    <a:pt x="11886" y="17591"/>
                    <a:pt x="12086" y="16570"/>
                    <a:pt x="11931" y="16492"/>
                  </a:cubicBezTo>
                  <a:lnTo>
                    <a:pt x="11931" y="16492"/>
                  </a:lnTo>
                  <a:cubicBezTo>
                    <a:pt x="11975" y="16514"/>
                    <a:pt x="12008" y="16536"/>
                    <a:pt x="12075" y="16547"/>
                  </a:cubicBezTo>
                  <a:cubicBezTo>
                    <a:pt x="12540" y="16718"/>
                    <a:pt x="13046" y="16822"/>
                    <a:pt x="13551" y="16822"/>
                  </a:cubicBezTo>
                  <a:cubicBezTo>
                    <a:pt x="13866" y="16822"/>
                    <a:pt x="14180" y="16781"/>
                    <a:pt x="14483" y="16692"/>
                  </a:cubicBezTo>
                  <a:cubicBezTo>
                    <a:pt x="15182" y="16481"/>
                    <a:pt x="15715" y="15981"/>
                    <a:pt x="16015" y="15382"/>
                  </a:cubicBezTo>
                  <a:cubicBezTo>
                    <a:pt x="16492" y="16203"/>
                    <a:pt x="17180" y="16847"/>
                    <a:pt x="18068" y="17235"/>
                  </a:cubicBezTo>
                  <a:cubicBezTo>
                    <a:pt x="18528" y="17432"/>
                    <a:pt x="19025" y="17546"/>
                    <a:pt x="19519" y="17546"/>
                  </a:cubicBezTo>
                  <a:cubicBezTo>
                    <a:pt x="19921" y="17546"/>
                    <a:pt x="20321" y="17471"/>
                    <a:pt x="20698" y="17302"/>
                  </a:cubicBezTo>
                  <a:cubicBezTo>
                    <a:pt x="21286" y="17036"/>
                    <a:pt x="21764" y="16570"/>
                    <a:pt x="21986" y="15970"/>
                  </a:cubicBezTo>
                  <a:cubicBezTo>
                    <a:pt x="22245" y="16051"/>
                    <a:pt x="22515" y="16101"/>
                    <a:pt x="22781" y="16101"/>
                  </a:cubicBezTo>
                  <a:cubicBezTo>
                    <a:pt x="23062" y="16101"/>
                    <a:pt x="23338" y="16046"/>
                    <a:pt x="23595" y="15915"/>
                  </a:cubicBezTo>
                  <a:cubicBezTo>
                    <a:pt x="24161" y="15637"/>
                    <a:pt x="24427" y="15071"/>
                    <a:pt x="24538" y="14483"/>
                  </a:cubicBezTo>
                  <a:cubicBezTo>
                    <a:pt x="24649" y="13906"/>
                    <a:pt x="24571" y="13329"/>
                    <a:pt x="24205" y="12863"/>
                  </a:cubicBezTo>
                  <a:cubicBezTo>
                    <a:pt x="24105" y="12741"/>
                    <a:pt x="23994" y="12608"/>
                    <a:pt x="23872" y="12508"/>
                  </a:cubicBezTo>
                  <a:cubicBezTo>
                    <a:pt x="24250" y="12319"/>
                    <a:pt x="24538" y="11986"/>
                    <a:pt x="24716" y="11598"/>
                  </a:cubicBezTo>
                  <a:cubicBezTo>
                    <a:pt x="25037" y="10921"/>
                    <a:pt x="25104" y="10066"/>
                    <a:pt x="24960" y="9323"/>
                  </a:cubicBezTo>
                  <a:cubicBezTo>
                    <a:pt x="24816" y="8635"/>
                    <a:pt x="24383" y="8069"/>
                    <a:pt x="23817" y="7669"/>
                  </a:cubicBezTo>
                  <a:cubicBezTo>
                    <a:pt x="23295" y="7314"/>
                    <a:pt x="22585" y="6981"/>
                    <a:pt x="21863" y="6881"/>
                  </a:cubicBezTo>
                  <a:cubicBezTo>
                    <a:pt x="22385" y="5749"/>
                    <a:pt x="21997" y="4295"/>
                    <a:pt x="21098" y="3341"/>
                  </a:cubicBezTo>
                  <a:cubicBezTo>
                    <a:pt x="20476" y="2697"/>
                    <a:pt x="19599" y="2220"/>
                    <a:pt x="18701" y="2164"/>
                  </a:cubicBezTo>
                  <a:cubicBezTo>
                    <a:pt x="18651" y="2162"/>
                    <a:pt x="18601" y="2161"/>
                    <a:pt x="18551" y="2161"/>
                  </a:cubicBezTo>
                  <a:cubicBezTo>
                    <a:pt x="18140" y="2161"/>
                    <a:pt x="17714" y="2243"/>
                    <a:pt x="17358" y="2431"/>
                  </a:cubicBezTo>
                  <a:cubicBezTo>
                    <a:pt x="17358" y="2431"/>
                    <a:pt x="17213" y="1931"/>
                    <a:pt x="16869" y="1487"/>
                  </a:cubicBezTo>
                  <a:cubicBezTo>
                    <a:pt x="16636" y="1177"/>
                    <a:pt x="16326" y="899"/>
                    <a:pt x="16026" y="700"/>
                  </a:cubicBezTo>
                  <a:cubicBezTo>
                    <a:pt x="15393" y="278"/>
                    <a:pt x="14583" y="0"/>
                    <a:pt x="13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b69b6c9aee_0_77"/>
            <p:cNvSpPr/>
            <p:nvPr/>
          </p:nvSpPr>
          <p:spPr>
            <a:xfrm>
              <a:off x="4802150" y="2277325"/>
              <a:ext cx="143725" cy="255000"/>
            </a:xfrm>
            <a:custGeom>
              <a:avLst/>
              <a:gdLst/>
              <a:ahLst/>
              <a:cxnLst/>
              <a:rect l="l" t="t" r="r" b="b"/>
              <a:pathLst>
                <a:path w="5749" h="10200" fill="none" extrusionOk="0">
                  <a:moveTo>
                    <a:pt x="5749" y="10200"/>
                  </a:moveTo>
                  <a:cubicBezTo>
                    <a:pt x="4506" y="7037"/>
                    <a:pt x="2109" y="2764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b69b6c9aee_0_77"/>
            <p:cNvSpPr/>
            <p:nvPr/>
          </p:nvSpPr>
          <p:spPr>
            <a:xfrm>
              <a:off x="4882875" y="2253475"/>
              <a:ext cx="39700" cy="108775"/>
            </a:xfrm>
            <a:custGeom>
              <a:avLst/>
              <a:gdLst/>
              <a:ahLst/>
              <a:cxnLst/>
              <a:rect l="l" t="t" r="r" b="b"/>
              <a:pathLst>
                <a:path w="1588" h="4351" fill="none" extrusionOk="0">
                  <a:moveTo>
                    <a:pt x="1588" y="4351"/>
                  </a:moveTo>
                  <a:cubicBezTo>
                    <a:pt x="889" y="2964"/>
                    <a:pt x="367" y="1499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b69b6c9aee_0_77"/>
            <p:cNvSpPr/>
            <p:nvPr/>
          </p:nvSpPr>
          <p:spPr>
            <a:xfrm>
              <a:off x="4553825" y="1859775"/>
              <a:ext cx="379850" cy="217000"/>
            </a:xfrm>
            <a:custGeom>
              <a:avLst/>
              <a:gdLst/>
              <a:ahLst/>
              <a:cxnLst/>
              <a:rect l="l" t="t" r="r" b="b"/>
              <a:pathLst>
                <a:path w="15194" h="8680" fill="none" extrusionOk="0">
                  <a:moveTo>
                    <a:pt x="15049" y="4983"/>
                  </a:moveTo>
                  <a:cubicBezTo>
                    <a:pt x="15194" y="4107"/>
                    <a:pt x="14805" y="3174"/>
                    <a:pt x="14095" y="2653"/>
                  </a:cubicBezTo>
                  <a:cubicBezTo>
                    <a:pt x="13385" y="2120"/>
                    <a:pt x="12375" y="2031"/>
                    <a:pt x="11587" y="2431"/>
                  </a:cubicBezTo>
                  <a:cubicBezTo>
                    <a:pt x="11354" y="1454"/>
                    <a:pt x="10655" y="555"/>
                    <a:pt x="9689" y="278"/>
                  </a:cubicBezTo>
                  <a:cubicBezTo>
                    <a:pt x="8713" y="0"/>
                    <a:pt x="7547" y="478"/>
                    <a:pt x="7225" y="1443"/>
                  </a:cubicBezTo>
                  <a:cubicBezTo>
                    <a:pt x="6770" y="578"/>
                    <a:pt x="5450" y="333"/>
                    <a:pt x="4728" y="977"/>
                  </a:cubicBezTo>
                  <a:cubicBezTo>
                    <a:pt x="3996" y="1632"/>
                    <a:pt x="4085" y="2964"/>
                    <a:pt x="4884" y="3518"/>
                  </a:cubicBezTo>
                  <a:cubicBezTo>
                    <a:pt x="4440" y="3341"/>
                    <a:pt x="3974" y="3208"/>
                    <a:pt x="3496" y="3263"/>
                  </a:cubicBezTo>
                  <a:cubicBezTo>
                    <a:pt x="3019" y="3319"/>
                    <a:pt x="2553" y="3563"/>
                    <a:pt x="2342" y="3996"/>
                  </a:cubicBezTo>
                  <a:cubicBezTo>
                    <a:pt x="2143" y="4429"/>
                    <a:pt x="2287" y="5017"/>
                    <a:pt x="2709" y="5228"/>
                  </a:cubicBezTo>
                  <a:cubicBezTo>
                    <a:pt x="1798" y="4884"/>
                    <a:pt x="666" y="5405"/>
                    <a:pt x="334" y="6315"/>
                  </a:cubicBezTo>
                  <a:cubicBezTo>
                    <a:pt x="1" y="7214"/>
                    <a:pt x="511" y="8346"/>
                    <a:pt x="1410" y="867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b69b6c9aee_0_77"/>
            <p:cNvSpPr/>
            <p:nvPr/>
          </p:nvSpPr>
          <p:spPr>
            <a:xfrm>
              <a:off x="4832100" y="2048725"/>
              <a:ext cx="160400" cy="82975"/>
            </a:xfrm>
            <a:custGeom>
              <a:avLst/>
              <a:gdLst/>
              <a:ahLst/>
              <a:cxnLst/>
              <a:rect l="l" t="t" r="r" b="b"/>
              <a:pathLst>
                <a:path w="6416" h="3319" fill="none" extrusionOk="0">
                  <a:moveTo>
                    <a:pt x="6282" y="3318"/>
                  </a:moveTo>
                  <a:cubicBezTo>
                    <a:pt x="6415" y="2897"/>
                    <a:pt x="6271" y="2397"/>
                    <a:pt x="5916" y="2120"/>
                  </a:cubicBezTo>
                  <a:cubicBezTo>
                    <a:pt x="5572" y="1842"/>
                    <a:pt x="5062" y="1809"/>
                    <a:pt x="4684" y="2009"/>
                  </a:cubicBezTo>
                  <a:cubicBezTo>
                    <a:pt x="4740" y="1210"/>
                    <a:pt x="4218" y="400"/>
                    <a:pt x="3463" y="144"/>
                  </a:cubicBezTo>
                  <a:cubicBezTo>
                    <a:pt x="3086" y="0"/>
                    <a:pt x="2642" y="0"/>
                    <a:pt x="2287" y="200"/>
                  </a:cubicBezTo>
                  <a:cubicBezTo>
                    <a:pt x="1921" y="389"/>
                    <a:pt x="1677" y="777"/>
                    <a:pt x="1699" y="1176"/>
                  </a:cubicBezTo>
                  <a:cubicBezTo>
                    <a:pt x="1521" y="788"/>
                    <a:pt x="1000" y="599"/>
                    <a:pt x="589" y="766"/>
                  </a:cubicBezTo>
                  <a:cubicBezTo>
                    <a:pt x="190" y="943"/>
                    <a:pt x="1" y="1476"/>
                    <a:pt x="178" y="18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b69b6c9aee_0_77"/>
            <p:cNvSpPr/>
            <p:nvPr/>
          </p:nvSpPr>
          <p:spPr>
            <a:xfrm>
              <a:off x="4587125" y="2105600"/>
              <a:ext cx="115450" cy="114050"/>
            </a:xfrm>
            <a:custGeom>
              <a:avLst/>
              <a:gdLst/>
              <a:ahLst/>
              <a:cxnLst/>
              <a:rect l="l" t="t" r="r" b="b"/>
              <a:pathLst>
                <a:path w="4618" h="4562" fill="none" extrusionOk="0">
                  <a:moveTo>
                    <a:pt x="4617" y="1066"/>
                  </a:moveTo>
                  <a:cubicBezTo>
                    <a:pt x="4473" y="766"/>
                    <a:pt x="4140" y="555"/>
                    <a:pt x="3796" y="544"/>
                  </a:cubicBezTo>
                  <a:cubicBezTo>
                    <a:pt x="3463" y="533"/>
                    <a:pt x="3119" y="710"/>
                    <a:pt x="2941" y="999"/>
                  </a:cubicBezTo>
                  <a:cubicBezTo>
                    <a:pt x="2886" y="555"/>
                    <a:pt x="2298" y="144"/>
                    <a:pt x="1887" y="89"/>
                  </a:cubicBezTo>
                  <a:cubicBezTo>
                    <a:pt x="1254" y="0"/>
                    <a:pt x="544" y="333"/>
                    <a:pt x="278" y="944"/>
                  </a:cubicBezTo>
                  <a:cubicBezTo>
                    <a:pt x="0" y="1620"/>
                    <a:pt x="400" y="2397"/>
                    <a:pt x="1010" y="2752"/>
                  </a:cubicBezTo>
                  <a:cubicBezTo>
                    <a:pt x="611" y="2697"/>
                    <a:pt x="267" y="3108"/>
                    <a:pt x="267" y="3529"/>
                  </a:cubicBezTo>
                  <a:cubicBezTo>
                    <a:pt x="267" y="3940"/>
                    <a:pt x="511" y="4284"/>
                    <a:pt x="822" y="456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b69b6c9aee_0_77"/>
            <p:cNvSpPr/>
            <p:nvPr/>
          </p:nvSpPr>
          <p:spPr>
            <a:xfrm>
              <a:off x="4925325" y="2407350"/>
              <a:ext cx="66900" cy="119750"/>
            </a:xfrm>
            <a:custGeom>
              <a:avLst/>
              <a:gdLst/>
              <a:ahLst/>
              <a:cxnLst/>
              <a:rect l="l" t="t" r="r" b="b"/>
              <a:pathLst>
                <a:path w="2676" h="4790" extrusionOk="0">
                  <a:moveTo>
                    <a:pt x="139" y="1"/>
                  </a:moveTo>
                  <a:cubicBezTo>
                    <a:pt x="63" y="1"/>
                    <a:pt x="8" y="61"/>
                    <a:pt x="1" y="227"/>
                  </a:cubicBezTo>
                  <a:cubicBezTo>
                    <a:pt x="1" y="315"/>
                    <a:pt x="23" y="415"/>
                    <a:pt x="56" y="504"/>
                  </a:cubicBezTo>
                  <a:cubicBezTo>
                    <a:pt x="400" y="1514"/>
                    <a:pt x="844" y="2502"/>
                    <a:pt x="1377" y="3412"/>
                  </a:cubicBezTo>
                  <a:cubicBezTo>
                    <a:pt x="1610" y="3833"/>
                    <a:pt x="1843" y="4300"/>
                    <a:pt x="2165" y="4633"/>
                  </a:cubicBezTo>
                  <a:cubicBezTo>
                    <a:pt x="2256" y="4734"/>
                    <a:pt x="2357" y="4789"/>
                    <a:pt x="2442" y="4789"/>
                  </a:cubicBezTo>
                  <a:cubicBezTo>
                    <a:pt x="2449" y="4789"/>
                    <a:pt x="2457" y="4789"/>
                    <a:pt x="2465" y="4788"/>
                  </a:cubicBezTo>
                  <a:cubicBezTo>
                    <a:pt x="2553" y="4777"/>
                    <a:pt x="2620" y="4688"/>
                    <a:pt x="2653" y="4610"/>
                  </a:cubicBezTo>
                  <a:cubicBezTo>
                    <a:pt x="2675" y="4522"/>
                    <a:pt x="2664" y="4422"/>
                    <a:pt x="2653" y="4344"/>
                  </a:cubicBezTo>
                  <a:cubicBezTo>
                    <a:pt x="2509" y="3623"/>
                    <a:pt x="2209" y="2946"/>
                    <a:pt x="1843" y="2302"/>
                  </a:cubicBezTo>
                  <a:cubicBezTo>
                    <a:pt x="1488" y="1647"/>
                    <a:pt x="1111" y="1015"/>
                    <a:pt x="667" y="415"/>
                  </a:cubicBezTo>
                  <a:cubicBezTo>
                    <a:pt x="582" y="300"/>
                    <a:pt x="308" y="1"/>
                    <a:pt x="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b69b6c9aee_0_77"/>
            <p:cNvSpPr/>
            <p:nvPr/>
          </p:nvSpPr>
          <p:spPr>
            <a:xfrm>
              <a:off x="4911175" y="2374200"/>
              <a:ext cx="18900" cy="24400"/>
            </a:xfrm>
            <a:custGeom>
              <a:avLst/>
              <a:gdLst/>
              <a:ahLst/>
              <a:cxnLst/>
              <a:rect l="l" t="t" r="r" b="b"/>
              <a:pathLst>
                <a:path w="756" h="976" extrusionOk="0">
                  <a:moveTo>
                    <a:pt x="224" y="0"/>
                  </a:moveTo>
                  <a:cubicBezTo>
                    <a:pt x="205" y="0"/>
                    <a:pt x="186" y="3"/>
                    <a:pt x="167" y="10"/>
                  </a:cubicBezTo>
                  <a:cubicBezTo>
                    <a:pt x="56" y="43"/>
                    <a:pt x="1" y="188"/>
                    <a:pt x="23" y="310"/>
                  </a:cubicBezTo>
                  <a:cubicBezTo>
                    <a:pt x="56" y="565"/>
                    <a:pt x="234" y="798"/>
                    <a:pt x="445" y="920"/>
                  </a:cubicBezTo>
                  <a:cubicBezTo>
                    <a:pt x="478" y="953"/>
                    <a:pt x="522" y="976"/>
                    <a:pt x="578" y="976"/>
                  </a:cubicBezTo>
                  <a:cubicBezTo>
                    <a:pt x="633" y="976"/>
                    <a:pt x="678" y="964"/>
                    <a:pt x="722" y="931"/>
                  </a:cubicBezTo>
                  <a:cubicBezTo>
                    <a:pt x="755" y="898"/>
                    <a:pt x="755" y="820"/>
                    <a:pt x="744" y="754"/>
                  </a:cubicBezTo>
                  <a:cubicBezTo>
                    <a:pt x="722" y="509"/>
                    <a:pt x="622" y="265"/>
                    <a:pt x="445" y="99"/>
                  </a:cubicBezTo>
                  <a:cubicBezTo>
                    <a:pt x="383" y="46"/>
                    <a:pt x="300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b69b6c9aee_0_77"/>
            <p:cNvSpPr/>
            <p:nvPr/>
          </p:nvSpPr>
          <p:spPr>
            <a:xfrm>
              <a:off x="4893900" y="1836525"/>
              <a:ext cx="75025" cy="85750"/>
            </a:xfrm>
            <a:custGeom>
              <a:avLst/>
              <a:gdLst/>
              <a:ahLst/>
              <a:cxnLst/>
              <a:rect l="l" t="t" r="r" b="b"/>
              <a:pathLst>
                <a:path w="3001" h="3430" extrusionOk="0">
                  <a:moveTo>
                    <a:pt x="542" y="1"/>
                  </a:moveTo>
                  <a:cubicBezTo>
                    <a:pt x="277" y="1"/>
                    <a:pt x="1" y="133"/>
                    <a:pt x="203" y="442"/>
                  </a:cubicBezTo>
                  <a:cubicBezTo>
                    <a:pt x="492" y="886"/>
                    <a:pt x="1047" y="1053"/>
                    <a:pt x="1358" y="1474"/>
                  </a:cubicBezTo>
                  <a:cubicBezTo>
                    <a:pt x="1469" y="1607"/>
                    <a:pt x="1546" y="1752"/>
                    <a:pt x="1635" y="1896"/>
                  </a:cubicBezTo>
                  <a:cubicBezTo>
                    <a:pt x="1813" y="2218"/>
                    <a:pt x="1935" y="2562"/>
                    <a:pt x="2079" y="2917"/>
                  </a:cubicBezTo>
                  <a:cubicBezTo>
                    <a:pt x="2135" y="3083"/>
                    <a:pt x="2212" y="3217"/>
                    <a:pt x="2356" y="3328"/>
                  </a:cubicBezTo>
                  <a:cubicBezTo>
                    <a:pt x="2436" y="3387"/>
                    <a:pt x="2551" y="3429"/>
                    <a:pt x="2662" y="3429"/>
                  </a:cubicBezTo>
                  <a:cubicBezTo>
                    <a:pt x="2675" y="3429"/>
                    <a:pt x="2688" y="3429"/>
                    <a:pt x="2700" y="3427"/>
                  </a:cubicBezTo>
                  <a:cubicBezTo>
                    <a:pt x="2989" y="3372"/>
                    <a:pt x="3000" y="3028"/>
                    <a:pt x="2989" y="2784"/>
                  </a:cubicBezTo>
                  <a:cubicBezTo>
                    <a:pt x="2878" y="1563"/>
                    <a:pt x="1924" y="209"/>
                    <a:pt x="658" y="9"/>
                  </a:cubicBezTo>
                  <a:cubicBezTo>
                    <a:pt x="621" y="4"/>
                    <a:pt x="582" y="1"/>
                    <a:pt x="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b69b6c9aee_0_77"/>
            <p:cNvSpPr/>
            <p:nvPr/>
          </p:nvSpPr>
          <p:spPr>
            <a:xfrm>
              <a:off x="4813525" y="1788550"/>
              <a:ext cx="46625" cy="47825"/>
            </a:xfrm>
            <a:custGeom>
              <a:avLst/>
              <a:gdLst/>
              <a:ahLst/>
              <a:cxnLst/>
              <a:rect l="l" t="t" r="r" b="b"/>
              <a:pathLst>
                <a:path w="1865" h="1913" extrusionOk="0">
                  <a:moveTo>
                    <a:pt x="206" y="0"/>
                  </a:moveTo>
                  <a:cubicBezTo>
                    <a:pt x="169" y="0"/>
                    <a:pt x="133" y="9"/>
                    <a:pt x="100" y="31"/>
                  </a:cubicBezTo>
                  <a:cubicBezTo>
                    <a:pt x="0" y="86"/>
                    <a:pt x="0" y="219"/>
                    <a:pt x="45" y="319"/>
                  </a:cubicBezTo>
                  <a:cubicBezTo>
                    <a:pt x="100" y="430"/>
                    <a:pt x="200" y="497"/>
                    <a:pt x="267" y="597"/>
                  </a:cubicBezTo>
                  <a:cubicBezTo>
                    <a:pt x="367" y="708"/>
                    <a:pt x="466" y="830"/>
                    <a:pt x="555" y="963"/>
                  </a:cubicBezTo>
                  <a:cubicBezTo>
                    <a:pt x="733" y="1196"/>
                    <a:pt x="899" y="1462"/>
                    <a:pt x="1099" y="1684"/>
                  </a:cubicBezTo>
                  <a:cubicBezTo>
                    <a:pt x="1185" y="1778"/>
                    <a:pt x="1336" y="1912"/>
                    <a:pt x="1483" y="1912"/>
                  </a:cubicBezTo>
                  <a:cubicBezTo>
                    <a:pt x="1526" y="1912"/>
                    <a:pt x="1569" y="1901"/>
                    <a:pt x="1609" y="1873"/>
                  </a:cubicBezTo>
                  <a:cubicBezTo>
                    <a:pt x="1865" y="1695"/>
                    <a:pt x="1499" y="1140"/>
                    <a:pt x="1376" y="963"/>
                  </a:cubicBezTo>
                  <a:cubicBezTo>
                    <a:pt x="1132" y="597"/>
                    <a:pt x="810" y="297"/>
                    <a:pt x="433" y="75"/>
                  </a:cubicBezTo>
                  <a:cubicBezTo>
                    <a:pt x="366" y="38"/>
                    <a:pt x="283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5" name="Google Shape;1565;g3b69b6c9aee_0_77"/>
          <p:cNvGrpSpPr/>
          <p:nvPr/>
        </p:nvGrpSpPr>
        <p:grpSpPr>
          <a:xfrm>
            <a:off x="7656876" y="503888"/>
            <a:ext cx="1850668" cy="1136666"/>
            <a:chOff x="5723275" y="2255625"/>
            <a:chExt cx="562975" cy="345775"/>
          </a:xfrm>
        </p:grpSpPr>
        <p:sp>
          <p:nvSpPr>
            <p:cNvPr id="1566" name="Google Shape;1566;g3b69b6c9aee_0_77"/>
            <p:cNvSpPr/>
            <p:nvPr/>
          </p:nvSpPr>
          <p:spPr>
            <a:xfrm>
              <a:off x="5723275" y="2284000"/>
              <a:ext cx="559075" cy="317400"/>
            </a:xfrm>
            <a:custGeom>
              <a:avLst/>
              <a:gdLst/>
              <a:ahLst/>
              <a:cxnLst/>
              <a:rect l="l" t="t" r="r" b="b"/>
              <a:pathLst>
                <a:path w="22363" h="12696" extrusionOk="0">
                  <a:moveTo>
                    <a:pt x="1865" y="0"/>
                  </a:moveTo>
                  <a:cubicBezTo>
                    <a:pt x="1532" y="0"/>
                    <a:pt x="1177" y="0"/>
                    <a:pt x="844" y="11"/>
                  </a:cubicBezTo>
                  <a:cubicBezTo>
                    <a:pt x="0" y="33"/>
                    <a:pt x="145" y="577"/>
                    <a:pt x="256" y="1276"/>
                  </a:cubicBezTo>
                  <a:cubicBezTo>
                    <a:pt x="1010" y="6126"/>
                    <a:pt x="4528" y="10499"/>
                    <a:pt x="9212" y="12097"/>
                  </a:cubicBezTo>
                  <a:cubicBezTo>
                    <a:pt x="10364" y="12489"/>
                    <a:pt x="11596" y="12695"/>
                    <a:pt x="12826" y="12695"/>
                  </a:cubicBezTo>
                  <a:cubicBezTo>
                    <a:pt x="15077" y="12695"/>
                    <a:pt x="17318" y="12002"/>
                    <a:pt x="19033" y="10488"/>
                  </a:cubicBezTo>
                  <a:cubicBezTo>
                    <a:pt x="20132" y="9522"/>
                    <a:pt x="21031" y="8324"/>
                    <a:pt x="21852" y="7103"/>
                  </a:cubicBezTo>
                  <a:cubicBezTo>
                    <a:pt x="22074" y="6748"/>
                    <a:pt x="22363" y="6304"/>
                    <a:pt x="22318" y="5938"/>
                  </a:cubicBezTo>
                  <a:cubicBezTo>
                    <a:pt x="22307" y="5838"/>
                    <a:pt x="22241" y="5771"/>
                    <a:pt x="22174" y="5693"/>
                  </a:cubicBezTo>
                  <a:cubicBezTo>
                    <a:pt x="21697" y="5238"/>
                    <a:pt x="21031" y="4961"/>
                    <a:pt x="20432" y="4695"/>
                  </a:cubicBezTo>
                  <a:cubicBezTo>
                    <a:pt x="18867" y="3995"/>
                    <a:pt x="17191" y="3518"/>
                    <a:pt x="15549" y="3008"/>
                  </a:cubicBezTo>
                  <a:cubicBezTo>
                    <a:pt x="13263" y="2275"/>
                    <a:pt x="10976" y="1476"/>
                    <a:pt x="8646" y="910"/>
                  </a:cubicBezTo>
                  <a:cubicBezTo>
                    <a:pt x="6426" y="366"/>
                    <a:pt x="4140" y="11"/>
                    <a:pt x="18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b69b6c9aee_0_77"/>
            <p:cNvSpPr/>
            <p:nvPr/>
          </p:nvSpPr>
          <p:spPr>
            <a:xfrm>
              <a:off x="5723550" y="2255625"/>
              <a:ext cx="562700" cy="207600"/>
            </a:xfrm>
            <a:custGeom>
              <a:avLst/>
              <a:gdLst/>
              <a:ahLst/>
              <a:cxnLst/>
              <a:rect l="l" t="t" r="r" b="b"/>
              <a:pathLst>
                <a:path w="22508" h="8304" extrusionOk="0">
                  <a:moveTo>
                    <a:pt x="4600" y="1"/>
                  </a:moveTo>
                  <a:cubicBezTo>
                    <a:pt x="4491" y="1"/>
                    <a:pt x="4382" y="2"/>
                    <a:pt x="4273" y="3"/>
                  </a:cubicBezTo>
                  <a:cubicBezTo>
                    <a:pt x="4085" y="3"/>
                    <a:pt x="3885" y="25"/>
                    <a:pt x="3696" y="25"/>
                  </a:cubicBezTo>
                  <a:cubicBezTo>
                    <a:pt x="2864" y="59"/>
                    <a:pt x="1898" y="48"/>
                    <a:pt x="1110" y="325"/>
                  </a:cubicBezTo>
                  <a:cubicBezTo>
                    <a:pt x="544" y="514"/>
                    <a:pt x="1" y="1046"/>
                    <a:pt x="145" y="1690"/>
                  </a:cubicBezTo>
                  <a:cubicBezTo>
                    <a:pt x="289" y="2389"/>
                    <a:pt x="1166" y="2878"/>
                    <a:pt x="1721" y="3244"/>
                  </a:cubicBezTo>
                  <a:cubicBezTo>
                    <a:pt x="2520" y="3765"/>
                    <a:pt x="3352" y="4220"/>
                    <a:pt x="4196" y="4642"/>
                  </a:cubicBezTo>
                  <a:cubicBezTo>
                    <a:pt x="7492" y="6251"/>
                    <a:pt x="11032" y="7350"/>
                    <a:pt x="14650" y="7927"/>
                  </a:cubicBezTo>
                  <a:cubicBezTo>
                    <a:pt x="15963" y="8134"/>
                    <a:pt x="17301" y="8303"/>
                    <a:pt x="18637" y="8303"/>
                  </a:cubicBezTo>
                  <a:cubicBezTo>
                    <a:pt x="19095" y="8303"/>
                    <a:pt x="19553" y="8283"/>
                    <a:pt x="20010" y="8238"/>
                  </a:cubicBezTo>
                  <a:cubicBezTo>
                    <a:pt x="20665" y="8160"/>
                    <a:pt x="21697" y="8138"/>
                    <a:pt x="22119" y="7550"/>
                  </a:cubicBezTo>
                  <a:cubicBezTo>
                    <a:pt x="22507" y="6995"/>
                    <a:pt x="22196" y="6273"/>
                    <a:pt x="21775" y="5852"/>
                  </a:cubicBezTo>
                  <a:cubicBezTo>
                    <a:pt x="20310" y="4365"/>
                    <a:pt x="18345" y="3333"/>
                    <a:pt x="16437" y="2545"/>
                  </a:cubicBezTo>
                  <a:cubicBezTo>
                    <a:pt x="12752" y="989"/>
                    <a:pt x="8605" y="1"/>
                    <a:pt x="4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b69b6c9aee_0_77"/>
            <p:cNvSpPr/>
            <p:nvPr/>
          </p:nvSpPr>
          <p:spPr>
            <a:xfrm>
              <a:off x="5750475" y="2265375"/>
              <a:ext cx="507750" cy="180800"/>
            </a:xfrm>
            <a:custGeom>
              <a:avLst/>
              <a:gdLst/>
              <a:ahLst/>
              <a:cxnLst/>
              <a:rect l="l" t="t" r="r" b="b"/>
              <a:pathLst>
                <a:path w="20310" h="7232" extrusionOk="0">
                  <a:moveTo>
                    <a:pt x="3268" y="1"/>
                  </a:moveTo>
                  <a:cubicBezTo>
                    <a:pt x="2466" y="1"/>
                    <a:pt x="1645" y="62"/>
                    <a:pt x="943" y="312"/>
                  </a:cubicBezTo>
                  <a:cubicBezTo>
                    <a:pt x="522" y="445"/>
                    <a:pt x="0" y="756"/>
                    <a:pt x="78" y="1267"/>
                  </a:cubicBezTo>
                  <a:cubicBezTo>
                    <a:pt x="167" y="1700"/>
                    <a:pt x="577" y="2044"/>
                    <a:pt x="899" y="2310"/>
                  </a:cubicBezTo>
                  <a:cubicBezTo>
                    <a:pt x="1631" y="2887"/>
                    <a:pt x="2475" y="3320"/>
                    <a:pt x="3307" y="3753"/>
                  </a:cubicBezTo>
                  <a:cubicBezTo>
                    <a:pt x="6159" y="5218"/>
                    <a:pt x="9234" y="6194"/>
                    <a:pt x="12374" y="6771"/>
                  </a:cubicBezTo>
                  <a:cubicBezTo>
                    <a:pt x="12430" y="6782"/>
                    <a:pt x="12485" y="6782"/>
                    <a:pt x="12541" y="6805"/>
                  </a:cubicBezTo>
                  <a:cubicBezTo>
                    <a:pt x="12763" y="6838"/>
                    <a:pt x="12985" y="6882"/>
                    <a:pt x="13207" y="6916"/>
                  </a:cubicBezTo>
                  <a:cubicBezTo>
                    <a:pt x="14318" y="7094"/>
                    <a:pt x="15454" y="7231"/>
                    <a:pt x="16587" y="7231"/>
                  </a:cubicBezTo>
                  <a:cubicBezTo>
                    <a:pt x="17004" y="7231"/>
                    <a:pt x="17420" y="7213"/>
                    <a:pt x="17834" y="7171"/>
                  </a:cubicBezTo>
                  <a:cubicBezTo>
                    <a:pt x="18323" y="7126"/>
                    <a:pt x="19222" y="7027"/>
                    <a:pt x="19766" y="6694"/>
                  </a:cubicBezTo>
                  <a:cubicBezTo>
                    <a:pt x="20265" y="6372"/>
                    <a:pt x="20309" y="5861"/>
                    <a:pt x="19921" y="5440"/>
                  </a:cubicBezTo>
                  <a:cubicBezTo>
                    <a:pt x="18656" y="4052"/>
                    <a:pt x="16958" y="3131"/>
                    <a:pt x="15260" y="2421"/>
                  </a:cubicBezTo>
                  <a:cubicBezTo>
                    <a:pt x="11853" y="989"/>
                    <a:pt x="8235" y="168"/>
                    <a:pt x="4550" y="35"/>
                  </a:cubicBezTo>
                  <a:cubicBezTo>
                    <a:pt x="4144" y="19"/>
                    <a:pt x="3709" y="1"/>
                    <a:pt x="32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b69b6c9aee_0_77"/>
            <p:cNvSpPr/>
            <p:nvPr/>
          </p:nvSpPr>
          <p:spPr>
            <a:xfrm>
              <a:off x="5918600" y="2522925"/>
              <a:ext cx="14800" cy="10075"/>
            </a:xfrm>
            <a:custGeom>
              <a:avLst/>
              <a:gdLst/>
              <a:ahLst/>
              <a:cxnLst/>
              <a:rect l="l" t="t" r="r" b="b"/>
              <a:pathLst>
                <a:path w="592" h="403" extrusionOk="0">
                  <a:moveTo>
                    <a:pt x="302" y="1"/>
                  </a:moveTo>
                  <a:cubicBezTo>
                    <a:pt x="138" y="1"/>
                    <a:pt x="0" y="222"/>
                    <a:pt x="167" y="354"/>
                  </a:cubicBezTo>
                  <a:cubicBezTo>
                    <a:pt x="206" y="388"/>
                    <a:pt x="248" y="402"/>
                    <a:pt x="290" y="402"/>
                  </a:cubicBezTo>
                  <a:cubicBezTo>
                    <a:pt x="450" y="402"/>
                    <a:pt x="592" y="186"/>
                    <a:pt x="433" y="54"/>
                  </a:cubicBezTo>
                  <a:cubicBezTo>
                    <a:pt x="391" y="17"/>
                    <a:pt x="346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b69b6c9aee_0_77"/>
            <p:cNvSpPr/>
            <p:nvPr/>
          </p:nvSpPr>
          <p:spPr>
            <a:xfrm>
              <a:off x="6002400" y="2535350"/>
              <a:ext cx="13325" cy="12800"/>
            </a:xfrm>
            <a:custGeom>
              <a:avLst/>
              <a:gdLst/>
              <a:ahLst/>
              <a:cxnLst/>
              <a:rect l="l" t="t" r="r" b="b"/>
              <a:pathLst>
                <a:path w="533" h="512" extrusionOk="0">
                  <a:moveTo>
                    <a:pt x="255" y="1"/>
                  </a:moveTo>
                  <a:cubicBezTo>
                    <a:pt x="211" y="1"/>
                    <a:pt x="189" y="12"/>
                    <a:pt x="155" y="23"/>
                  </a:cubicBezTo>
                  <a:cubicBezTo>
                    <a:pt x="133" y="45"/>
                    <a:pt x="100" y="56"/>
                    <a:pt x="78" y="79"/>
                  </a:cubicBezTo>
                  <a:cubicBezTo>
                    <a:pt x="55" y="101"/>
                    <a:pt x="44" y="123"/>
                    <a:pt x="33" y="134"/>
                  </a:cubicBezTo>
                  <a:cubicBezTo>
                    <a:pt x="22" y="178"/>
                    <a:pt x="0" y="223"/>
                    <a:pt x="0" y="256"/>
                  </a:cubicBezTo>
                  <a:lnTo>
                    <a:pt x="22" y="334"/>
                  </a:lnTo>
                  <a:cubicBezTo>
                    <a:pt x="33" y="367"/>
                    <a:pt x="55" y="411"/>
                    <a:pt x="89" y="445"/>
                  </a:cubicBezTo>
                  <a:cubicBezTo>
                    <a:pt x="111" y="467"/>
                    <a:pt x="144" y="478"/>
                    <a:pt x="189" y="500"/>
                  </a:cubicBezTo>
                  <a:cubicBezTo>
                    <a:pt x="211" y="511"/>
                    <a:pt x="255" y="511"/>
                    <a:pt x="277" y="511"/>
                  </a:cubicBezTo>
                  <a:cubicBezTo>
                    <a:pt x="322" y="511"/>
                    <a:pt x="355" y="500"/>
                    <a:pt x="377" y="478"/>
                  </a:cubicBezTo>
                  <a:cubicBezTo>
                    <a:pt x="411" y="467"/>
                    <a:pt x="433" y="456"/>
                    <a:pt x="466" y="434"/>
                  </a:cubicBezTo>
                  <a:cubicBezTo>
                    <a:pt x="477" y="400"/>
                    <a:pt x="488" y="389"/>
                    <a:pt x="499" y="378"/>
                  </a:cubicBezTo>
                  <a:cubicBezTo>
                    <a:pt x="522" y="334"/>
                    <a:pt x="533" y="289"/>
                    <a:pt x="533" y="245"/>
                  </a:cubicBezTo>
                  <a:cubicBezTo>
                    <a:pt x="533" y="223"/>
                    <a:pt x="522" y="212"/>
                    <a:pt x="522" y="178"/>
                  </a:cubicBezTo>
                  <a:cubicBezTo>
                    <a:pt x="499" y="134"/>
                    <a:pt x="477" y="101"/>
                    <a:pt x="444" y="67"/>
                  </a:cubicBezTo>
                  <a:cubicBezTo>
                    <a:pt x="422" y="45"/>
                    <a:pt x="388" y="23"/>
                    <a:pt x="355" y="12"/>
                  </a:cubicBezTo>
                  <a:cubicBezTo>
                    <a:pt x="322" y="1"/>
                    <a:pt x="277" y="1"/>
                    <a:pt x="2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b69b6c9aee_0_77"/>
            <p:cNvSpPr/>
            <p:nvPr/>
          </p:nvSpPr>
          <p:spPr>
            <a:xfrm>
              <a:off x="6053450" y="2512050"/>
              <a:ext cx="9175" cy="8625"/>
            </a:xfrm>
            <a:custGeom>
              <a:avLst/>
              <a:gdLst/>
              <a:ahLst/>
              <a:cxnLst/>
              <a:rect l="l" t="t" r="r" b="b"/>
              <a:pathLst>
                <a:path w="367" h="345" extrusionOk="0">
                  <a:moveTo>
                    <a:pt x="166" y="1"/>
                  </a:moveTo>
                  <a:cubicBezTo>
                    <a:pt x="133" y="1"/>
                    <a:pt x="122" y="12"/>
                    <a:pt x="100" y="12"/>
                  </a:cubicBezTo>
                  <a:cubicBezTo>
                    <a:pt x="67" y="34"/>
                    <a:pt x="56" y="45"/>
                    <a:pt x="44" y="56"/>
                  </a:cubicBezTo>
                  <a:cubicBezTo>
                    <a:pt x="22" y="67"/>
                    <a:pt x="22" y="89"/>
                    <a:pt x="11" y="100"/>
                  </a:cubicBezTo>
                  <a:cubicBezTo>
                    <a:pt x="0" y="123"/>
                    <a:pt x="0" y="156"/>
                    <a:pt x="0" y="178"/>
                  </a:cubicBezTo>
                  <a:cubicBezTo>
                    <a:pt x="0" y="200"/>
                    <a:pt x="0" y="211"/>
                    <a:pt x="11" y="223"/>
                  </a:cubicBezTo>
                  <a:cubicBezTo>
                    <a:pt x="22" y="256"/>
                    <a:pt x="44" y="278"/>
                    <a:pt x="67" y="311"/>
                  </a:cubicBezTo>
                  <a:cubicBezTo>
                    <a:pt x="78" y="322"/>
                    <a:pt x="111" y="334"/>
                    <a:pt x="122" y="334"/>
                  </a:cubicBezTo>
                  <a:cubicBezTo>
                    <a:pt x="155" y="345"/>
                    <a:pt x="166" y="345"/>
                    <a:pt x="189" y="345"/>
                  </a:cubicBezTo>
                  <a:cubicBezTo>
                    <a:pt x="222" y="345"/>
                    <a:pt x="233" y="334"/>
                    <a:pt x="266" y="334"/>
                  </a:cubicBezTo>
                  <a:cubicBezTo>
                    <a:pt x="289" y="322"/>
                    <a:pt x="300" y="311"/>
                    <a:pt x="322" y="289"/>
                  </a:cubicBezTo>
                  <a:cubicBezTo>
                    <a:pt x="322" y="267"/>
                    <a:pt x="333" y="256"/>
                    <a:pt x="344" y="256"/>
                  </a:cubicBezTo>
                  <a:cubicBezTo>
                    <a:pt x="366" y="223"/>
                    <a:pt x="366" y="200"/>
                    <a:pt x="366" y="167"/>
                  </a:cubicBezTo>
                  <a:cubicBezTo>
                    <a:pt x="366" y="156"/>
                    <a:pt x="366" y="145"/>
                    <a:pt x="344" y="123"/>
                  </a:cubicBezTo>
                  <a:cubicBezTo>
                    <a:pt x="333" y="100"/>
                    <a:pt x="322" y="67"/>
                    <a:pt x="289" y="45"/>
                  </a:cubicBezTo>
                  <a:cubicBezTo>
                    <a:pt x="277" y="23"/>
                    <a:pt x="255" y="12"/>
                    <a:pt x="233" y="12"/>
                  </a:cubicBezTo>
                  <a:cubicBezTo>
                    <a:pt x="211" y="1"/>
                    <a:pt x="189" y="1"/>
                    <a:pt x="1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b69b6c9aee_0_77"/>
            <p:cNvSpPr/>
            <p:nvPr/>
          </p:nvSpPr>
          <p:spPr>
            <a:xfrm>
              <a:off x="6126950" y="254922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56" y="1"/>
                  </a:moveTo>
                  <a:cubicBezTo>
                    <a:pt x="34" y="1"/>
                    <a:pt x="12" y="12"/>
                    <a:pt x="1" y="34"/>
                  </a:cubicBezTo>
                  <a:lnTo>
                    <a:pt x="1" y="56"/>
                  </a:lnTo>
                  <a:lnTo>
                    <a:pt x="1" y="67"/>
                  </a:lnTo>
                  <a:lnTo>
                    <a:pt x="1" y="78"/>
                  </a:lnTo>
                  <a:cubicBezTo>
                    <a:pt x="1" y="101"/>
                    <a:pt x="1" y="123"/>
                    <a:pt x="12" y="123"/>
                  </a:cubicBezTo>
                  <a:cubicBezTo>
                    <a:pt x="23" y="134"/>
                    <a:pt x="45" y="134"/>
                    <a:pt x="68" y="134"/>
                  </a:cubicBezTo>
                  <a:cubicBezTo>
                    <a:pt x="90" y="134"/>
                    <a:pt x="101" y="123"/>
                    <a:pt x="101" y="123"/>
                  </a:cubicBezTo>
                  <a:cubicBezTo>
                    <a:pt x="112" y="101"/>
                    <a:pt x="123" y="78"/>
                    <a:pt x="123" y="56"/>
                  </a:cubicBezTo>
                  <a:lnTo>
                    <a:pt x="123" y="34"/>
                  </a:lnTo>
                  <a:cubicBezTo>
                    <a:pt x="123" y="23"/>
                    <a:pt x="112" y="23"/>
                    <a:pt x="112" y="12"/>
                  </a:cubicBezTo>
                  <a:cubicBezTo>
                    <a:pt x="112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3b69b6c9aee_0_77"/>
            <p:cNvSpPr/>
            <p:nvPr/>
          </p:nvSpPr>
          <p:spPr>
            <a:xfrm>
              <a:off x="6147775" y="2506225"/>
              <a:ext cx="8625" cy="8350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56" y="1"/>
                  </a:moveTo>
                  <a:cubicBezTo>
                    <a:pt x="122" y="1"/>
                    <a:pt x="111" y="1"/>
                    <a:pt x="100" y="12"/>
                  </a:cubicBezTo>
                  <a:cubicBezTo>
                    <a:pt x="67" y="23"/>
                    <a:pt x="56" y="34"/>
                    <a:pt x="45" y="56"/>
                  </a:cubicBezTo>
                  <a:cubicBezTo>
                    <a:pt x="34" y="67"/>
                    <a:pt x="34" y="78"/>
                    <a:pt x="11" y="89"/>
                  </a:cubicBezTo>
                  <a:cubicBezTo>
                    <a:pt x="0" y="123"/>
                    <a:pt x="0" y="145"/>
                    <a:pt x="0" y="178"/>
                  </a:cubicBezTo>
                  <a:cubicBezTo>
                    <a:pt x="0" y="189"/>
                    <a:pt x="0" y="211"/>
                    <a:pt x="11" y="223"/>
                  </a:cubicBezTo>
                  <a:cubicBezTo>
                    <a:pt x="11" y="234"/>
                    <a:pt x="23" y="245"/>
                    <a:pt x="23" y="267"/>
                  </a:cubicBezTo>
                  <a:cubicBezTo>
                    <a:pt x="45" y="278"/>
                    <a:pt x="56" y="300"/>
                    <a:pt x="89" y="300"/>
                  </a:cubicBezTo>
                  <a:cubicBezTo>
                    <a:pt x="100" y="322"/>
                    <a:pt x="111" y="322"/>
                    <a:pt x="122" y="322"/>
                  </a:cubicBezTo>
                  <a:cubicBezTo>
                    <a:pt x="134" y="322"/>
                    <a:pt x="156" y="333"/>
                    <a:pt x="167" y="333"/>
                  </a:cubicBezTo>
                  <a:lnTo>
                    <a:pt x="211" y="333"/>
                  </a:lnTo>
                  <a:cubicBezTo>
                    <a:pt x="222" y="333"/>
                    <a:pt x="233" y="333"/>
                    <a:pt x="244" y="322"/>
                  </a:cubicBezTo>
                  <a:cubicBezTo>
                    <a:pt x="278" y="300"/>
                    <a:pt x="289" y="289"/>
                    <a:pt x="300" y="278"/>
                  </a:cubicBezTo>
                  <a:lnTo>
                    <a:pt x="333" y="234"/>
                  </a:lnTo>
                  <a:cubicBezTo>
                    <a:pt x="333" y="223"/>
                    <a:pt x="344" y="211"/>
                    <a:pt x="344" y="189"/>
                  </a:cubicBezTo>
                  <a:lnTo>
                    <a:pt x="344" y="156"/>
                  </a:lnTo>
                  <a:cubicBezTo>
                    <a:pt x="344" y="134"/>
                    <a:pt x="344" y="123"/>
                    <a:pt x="333" y="112"/>
                  </a:cubicBezTo>
                  <a:cubicBezTo>
                    <a:pt x="333" y="89"/>
                    <a:pt x="322" y="78"/>
                    <a:pt x="322" y="67"/>
                  </a:cubicBezTo>
                  <a:cubicBezTo>
                    <a:pt x="311" y="56"/>
                    <a:pt x="289" y="23"/>
                    <a:pt x="267" y="23"/>
                  </a:cubicBezTo>
                  <a:cubicBezTo>
                    <a:pt x="256" y="12"/>
                    <a:pt x="233" y="12"/>
                    <a:pt x="222" y="12"/>
                  </a:cubicBezTo>
                  <a:cubicBezTo>
                    <a:pt x="211" y="1"/>
                    <a:pt x="178" y="1"/>
                    <a:pt x="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g3b69b6c9aee_0_77"/>
            <p:cNvSpPr/>
            <p:nvPr/>
          </p:nvSpPr>
          <p:spPr>
            <a:xfrm>
              <a:off x="6076750" y="2559600"/>
              <a:ext cx="6675" cy="6800"/>
            </a:xfrm>
            <a:custGeom>
              <a:avLst/>
              <a:gdLst/>
              <a:ahLst/>
              <a:cxnLst/>
              <a:rect l="l" t="t" r="r" b="b"/>
              <a:pathLst>
                <a:path w="267" h="272" extrusionOk="0">
                  <a:moveTo>
                    <a:pt x="119" y="1"/>
                  </a:moveTo>
                  <a:cubicBezTo>
                    <a:pt x="93" y="1"/>
                    <a:pt x="70" y="9"/>
                    <a:pt x="56" y="30"/>
                  </a:cubicBezTo>
                  <a:cubicBezTo>
                    <a:pt x="45" y="41"/>
                    <a:pt x="22" y="52"/>
                    <a:pt x="11" y="85"/>
                  </a:cubicBezTo>
                  <a:cubicBezTo>
                    <a:pt x="0" y="96"/>
                    <a:pt x="0" y="118"/>
                    <a:pt x="0" y="152"/>
                  </a:cubicBezTo>
                  <a:cubicBezTo>
                    <a:pt x="0" y="207"/>
                    <a:pt x="22" y="252"/>
                    <a:pt x="78" y="263"/>
                  </a:cubicBezTo>
                  <a:cubicBezTo>
                    <a:pt x="95" y="268"/>
                    <a:pt x="106" y="271"/>
                    <a:pt x="117" y="271"/>
                  </a:cubicBezTo>
                  <a:cubicBezTo>
                    <a:pt x="128" y="271"/>
                    <a:pt x="139" y="268"/>
                    <a:pt x="156" y="263"/>
                  </a:cubicBezTo>
                  <a:cubicBezTo>
                    <a:pt x="167" y="263"/>
                    <a:pt x="178" y="252"/>
                    <a:pt x="178" y="252"/>
                  </a:cubicBezTo>
                  <a:cubicBezTo>
                    <a:pt x="189" y="229"/>
                    <a:pt x="222" y="218"/>
                    <a:pt x="222" y="196"/>
                  </a:cubicBezTo>
                  <a:cubicBezTo>
                    <a:pt x="267" y="196"/>
                    <a:pt x="267" y="141"/>
                    <a:pt x="233" y="107"/>
                  </a:cubicBezTo>
                  <a:cubicBezTo>
                    <a:pt x="222" y="96"/>
                    <a:pt x="222" y="96"/>
                    <a:pt x="211" y="96"/>
                  </a:cubicBezTo>
                  <a:cubicBezTo>
                    <a:pt x="189" y="96"/>
                    <a:pt x="189" y="107"/>
                    <a:pt x="189" y="130"/>
                  </a:cubicBezTo>
                  <a:lnTo>
                    <a:pt x="122" y="130"/>
                  </a:lnTo>
                  <a:lnTo>
                    <a:pt x="122" y="107"/>
                  </a:lnTo>
                  <a:lnTo>
                    <a:pt x="122" y="96"/>
                  </a:lnTo>
                  <a:lnTo>
                    <a:pt x="133" y="85"/>
                  </a:lnTo>
                  <a:cubicBezTo>
                    <a:pt x="156" y="85"/>
                    <a:pt x="167" y="85"/>
                    <a:pt x="178" y="52"/>
                  </a:cubicBezTo>
                  <a:cubicBezTo>
                    <a:pt x="178" y="41"/>
                    <a:pt x="178" y="30"/>
                    <a:pt x="167" y="7"/>
                  </a:cubicBezTo>
                  <a:cubicBezTo>
                    <a:pt x="150" y="3"/>
                    <a:pt x="134" y="1"/>
                    <a:pt x="1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3b69b6c9aee_0_77"/>
            <p:cNvSpPr/>
            <p:nvPr/>
          </p:nvSpPr>
          <p:spPr>
            <a:xfrm>
              <a:off x="5865875" y="2436300"/>
              <a:ext cx="6700" cy="7525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78" y="1"/>
                  </a:moveTo>
                  <a:cubicBezTo>
                    <a:pt x="67" y="1"/>
                    <a:pt x="67" y="23"/>
                    <a:pt x="56" y="23"/>
                  </a:cubicBezTo>
                  <a:lnTo>
                    <a:pt x="12" y="56"/>
                  </a:lnTo>
                  <a:cubicBezTo>
                    <a:pt x="1" y="79"/>
                    <a:pt x="1" y="90"/>
                    <a:pt x="1" y="101"/>
                  </a:cubicBezTo>
                  <a:lnTo>
                    <a:pt x="1" y="112"/>
                  </a:lnTo>
                  <a:lnTo>
                    <a:pt x="1" y="134"/>
                  </a:lnTo>
                  <a:lnTo>
                    <a:pt x="1" y="201"/>
                  </a:lnTo>
                  <a:cubicBezTo>
                    <a:pt x="1" y="212"/>
                    <a:pt x="12" y="223"/>
                    <a:pt x="12" y="223"/>
                  </a:cubicBezTo>
                  <a:lnTo>
                    <a:pt x="56" y="267"/>
                  </a:lnTo>
                  <a:cubicBezTo>
                    <a:pt x="67" y="289"/>
                    <a:pt x="78" y="289"/>
                    <a:pt x="78" y="289"/>
                  </a:cubicBezTo>
                  <a:cubicBezTo>
                    <a:pt x="101" y="301"/>
                    <a:pt x="123" y="301"/>
                    <a:pt x="134" y="301"/>
                  </a:cubicBezTo>
                  <a:cubicBezTo>
                    <a:pt x="156" y="301"/>
                    <a:pt x="167" y="301"/>
                    <a:pt x="178" y="289"/>
                  </a:cubicBezTo>
                  <a:cubicBezTo>
                    <a:pt x="189" y="289"/>
                    <a:pt x="212" y="267"/>
                    <a:pt x="212" y="267"/>
                  </a:cubicBezTo>
                  <a:lnTo>
                    <a:pt x="245" y="223"/>
                  </a:lnTo>
                  <a:cubicBezTo>
                    <a:pt x="245" y="231"/>
                    <a:pt x="248" y="234"/>
                    <a:pt x="251" y="234"/>
                  </a:cubicBezTo>
                  <a:cubicBezTo>
                    <a:pt x="258" y="234"/>
                    <a:pt x="267" y="222"/>
                    <a:pt x="267" y="201"/>
                  </a:cubicBezTo>
                  <a:lnTo>
                    <a:pt x="267" y="134"/>
                  </a:lnTo>
                  <a:lnTo>
                    <a:pt x="267" y="112"/>
                  </a:lnTo>
                  <a:lnTo>
                    <a:pt x="245" y="101"/>
                  </a:lnTo>
                  <a:cubicBezTo>
                    <a:pt x="245" y="90"/>
                    <a:pt x="234" y="90"/>
                    <a:pt x="234" y="79"/>
                  </a:cubicBezTo>
                  <a:lnTo>
                    <a:pt x="189" y="34"/>
                  </a:lnTo>
                  <a:cubicBezTo>
                    <a:pt x="178" y="23"/>
                    <a:pt x="178" y="23"/>
                    <a:pt x="167" y="23"/>
                  </a:cubicBezTo>
                  <a:cubicBezTo>
                    <a:pt x="156" y="23"/>
                    <a:pt x="134" y="1"/>
                    <a:pt x="1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g3b69b6c9aee_0_77"/>
            <p:cNvSpPr/>
            <p:nvPr/>
          </p:nvSpPr>
          <p:spPr>
            <a:xfrm>
              <a:off x="5840900" y="2487650"/>
              <a:ext cx="8650" cy="6675"/>
            </a:xfrm>
            <a:custGeom>
              <a:avLst/>
              <a:gdLst/>
              <a:ahLst/>
              <a:cxnLst/>
              <a:rect l="l" t="t" r="r" b="b"/>
              <a:pathLst>
                <a:path w="346" h="267" extrusionOk="0">
                  <a:moveTo>
                    <a:pt x="101" y="0"/>
                  </a:moveTo>
                  <a:cubicBezTo>
                    <a:pt x="68" y="22"/>
                    <a:pt x="56" y="33"/>
                    <a:pt x="45" y="44"/>
                  </a:cubicBezTo>
                  <a:cubicBezTo>
                    <a:pt x="23" y="55"/>
                    <a:pt x="23" y="78"/>
                    <a:pt x="12" y="78"/>
                  </a:cubicBezTo>
                  <a:cubicBezTo>
                    <a:pt x="1" y="100"/>
                    <a:pt x="1" y="111"/>
                    <a:pt x="1" y="144"/>
                  </a:cubicBezTo>
                  <a:cubicBezTo>
                    <a:pt x="1" y="155"/>
                    <a:pt x="1" y="189"/>
                    <a:pt x="12" y="200"/>
                  </a:cubicBezTo>
                  <a:cubicBezTo>
                    <a:pt x="12" y="211"/>
                    <a:pt x="23" y="222"/>
                    <a:pt x="45" y="244"/>
                  </a:cubicBezTo>
                  <a:cubicBezTo>
                    <a:pt x="56" y="255"/>
                    <a:pt x="79" y="266"/>
                    <a:pt x="112" y="266"/>
                  </a:cubicBezTo>
                  <a:lnTo>
                    <a:pt x="179" y="266"/>
                  </a:lnTo>
                  <a:cubicBezTo>
                    <a:pt x="190" y="255"/>
                    <a:pt x="212" y="255"/>
                    <a:pt x="234" y="244"/>
                  </a:cubicBezTo>
                  <a:cubicBezTo>
                    <a:pt x="245" y="244"/>
                    <a:pt x="245" y="222"/>
                    <a:pt x="267" y="222"/>
                  </a:cubicBezTo>
                  <a:lnTo>
                    <a:pt x="290" y="222"/>
                  </a:lnTo>
                  <a:cubicBezTo>
                    <a:pt x="301" y="222"/>
                    <a:pt x="301" y="211"/>
                    <a:pt x="323" y="211"/>
                  </a:cubicBezTo>
                  <a:cubicBezTo>
                    <a:pt x="323" y="200"/>
                    <a:pt x="323" y="200"/>
                    <a:pt x="334" y="178"/>
                  </a:cubicBezTo>
                  <a:cubicBezTo>
                    <a:pt x="345" y="144"/>
                    <a:pt x="345" y="100"/>
                    <a:pt x="334" y="78"/>
                  </a:cubicBezTo>
                  <a:cubicBezTo>
                    <a:pt x="334" y="67"/>
                    <a:pt x="323" y="67"/>
                    <a:pt x="323" y="67"/>
                  </a:cubicBezTo>
                  <a:cubicBezTo>
                    <a:pt x="301" y="67"/>
                    <a:pt x="301" y="44"/>
                    <a:pt x="290" y="44"/>
                  </a:cubicBezTo>
                  <a:cubicBezTo>
                    <a:pt x="278" y="44"/>
                    <a:pt x="278" y="44"/>
                    <a:pt x="267" y="33"/>
                  </a:cubicBezTo>
                  <a:lnTo>
                    <a:pt x="245" y="33"/>
                  </a:lnTo>
                  <a:cubicBezTo>
                    <a:pt x="234" y="33"/>
                    <a:pt x="234" y="33"/>
                    <a:pt x="223" y="22"/>
                  </a:cubicBezTo>
                  <a:cubicBezTo>
                    <a:pt x="212" y="22"/>
                    <a:pt x="179" y="0"/>
                    <a:pt x="1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g3b69b6c9aee_0_77"/>
            <p:cNvSpPr/>
            <p:nvPr/>
          </p:nvSpPr>
          <p:spPr>
            <a:xfrm>
              <a:off x="5896400" y="2489025"/>
              <a:ext cx="7525" cy="7800"/>
            </a:xfrm>
            <a:custGeom>
              <a:avLst/>
              <a:gdLst/>
              <a:ahLst/>
              <a:cxnLst/>
              <a:rect l="l" t="t" r="r" b="b"/>
              <a:pathLst>
                <a:path w="301" h="312" extrusionOk="0">
                  <a:moveTo>
                    <a:pt x="100" y="0"/>
                  </a:moveTo>
                  <a:cubicBezTo>
                    <a:pt x="78" y="0"/>
                    <a:pt x="67" y="0"/>
                    <a:pt x="56" y="23"/>
                  </a:cubicBezTo>
                  <a:cubicBezTo>
                    <a:pt x="45" y="23"/>
                    <a:pt x="23" y="34"/>
                    <a:pt x="23" y="45"/>
                  </a:cubicBezTo>
                  <a:cubicBezTo>
                    <a:pt x="23" y="67"/>
                    <a:pt x="12" y="67"/>
                    <a:pt x="12" y="78"/>
                  </a:cubicBezTo>
                  <a:cubicBezTo>
                    <a:pt x="1" y="89"/>
                    <a:pt x="1" y="111"/>
                    <a:pt x="1" y="134"/>
                  </a:cubicBezTo>
                  <a:lnTo>
                    <a:pt x="1" y="167"/>
                  </a:lnTo>
                  <a:cubicBezTo>
                    <a:pt x="1" y="189"/>
                    <a:pt x="1" y="200"/>
                    <a:pt x="12" y="211"/>
                  </a:cubicBezTo>
                  <a:cubicBezTo>
                    <a:pt x="12" y="222"/>
                    <a:pt x="23" y="245"/>
                    <a:pt x="23" y="245"/>
                  </a:cubicBezTo>
                  <a:lnTo>
                    <a:pt x="67" y="278"/>
                  </a:lnTo>
                  <a:cubicBezTo>
                    <a:pt x="78" y="300"/>
                    <a:pt x="100" y="300"/>
                    <a:pt x="112" y="300"/>
                  </a:cubicBezTo>
                  <a:cubicBezTo>
                    <a:pt x="123" y="300"/>
                    <a:pt x="134" y="311"/>
                    <a:pt x="156" y="311"/>
                  </a:cubicBezTo>
                  <a:lnTo>
                    <a:pt x="189" y="311"/>
                  </a:lnTo>
                  <a:cubicBezTo>
                    <a:pt x="200" y="311"/>
                    <a:pt x="223" y="311"/>
                    <a:pt x="234" y="300"/>
                  </a:cubicBezTo>
                  <a:cubicBezTo>
                    <a:pt x="245" y="278"/>
                    <a:pt x="267" y="278"/>
                    <a:pt x="278" y="267"/>
                  </a:cubicBezTo>
                  <a:cubicBezTo>
                    <a:pt x="278" y="256"/>
                    <a:pt x="289" y="245"/>
                    <a:pt x="289" y="234"/>
                  </a:cubicBezTo>
                  <a:cubicBezTo>
                    <a:pt x="289" y="211"/>
                    <a:pt x="300" y="200"/>
                    <a:pt x="300" y="189"/>
                  </a:cubicBezTo>
                  <a:lnTo>
                    <a:pt x="300" y="145"/>
                  </a:lnTo>
                  <a:cubicBezTo>
                    <a:pt x="300" y="134"/>
                    <a:pt x="300" y="123"/>
                    <a:pt x="289" y="100"/>
                  </a:cubicBezTo>
                  <a:cubicBezTo>
                    <a:pt x="289" y="89"/>
                    <a:pt x="278" y="78"/>
                    <a:pt x="278" y="78"/>
                  </a:cubicBezTo>
                  <a:lnTo>
                    <a:pt x="234" y="34"/>
                  </a:lnTo>
                  <a:cubicBezTo>
                    <a:pt x="223" y="23"/>
                    <a:pt x="211" y="23"/>
                    <a:pt x="189" y="23"/>
                  </a:cubicBezTo>
                  <a:cubicBezTo>
                    <a:pt x="178" y="0"/>
                    <a:pt x="156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3b69b6c9aee_0_77"/>
            <p:cNvSpPr/>
            <p:nvPr/>
          </p:nvSpPr>
          <p:spPr>
            <a:xfrm>
              <a:off x="5946900" y="2446025"/>
              <a:ext cx="9450" cy="9725"/>
            </a:xfrm>
            <a:custGeom>
              <a:avLst/>
              <a:gdLst/>
              <a:ahLst/>
              <a:cxnLst/>
              <a:rect l="l" t="t" r="r" b="b"/>
              <a:pathLst>
                <a:path w="378" h="389" extrusionOk="0">
                  <a:moveTo>
                    <a:pt x="156" y="0"/>
                  </a:moveTo>
                  <a:cubicBezTo>
                    <a:pt x="145" y="0"/>
                    <a:pt x="134" y="0"/>
                    <a:pt x="111" y="23"/>
                  </a:cubicBezTo>
                  <a:cubicBezTo>
                    <a:pt x="100" y="23"/>
                    <a:pt x="89" y="34"/>
                    <a:pt x="78" y="45"/>
                  </a:cubicBezTo>
                  <a:cubicBezTo>
                    <a:pt x="56" y="67"/>
                    <a:pt x="45" y="78"/>
                    <a:pt x="45" y="89"/>
                  </a:cubicBezTo>
                  <a:cubicBezTo>
                    <a:pt x="34" y="100"/>
                    <a:pt x="34" y="111"/>
                    <a:pt x="23" y="133"/>
                  </a:cubicBezTo>
                  <a:cubicBezTo>
                    <a:pt x="0" y="145"/>
                    <a:pt x="0" y="156"/>
                    <a:pt x="0" y="178"/>
                  </a:cubicBezTo>
                  <a:lnTo>
                    <a:pt x="0" y="222"/>
                  </a:lnTo>
                  <a:cubicBezTo>
                    <a:pt x="0" y="244"/>
                    <a:pt x="0" y="256"/>
                    <a:pt x="23" y="267"/>
                  </a:cubicBezTo>
                  <a:cubicBezTo>
                    <a:pt x="34" y="300"/>
                    <a:pt x="45" y="311"/>
                    <a:pt x="56" y="322"/>
                  </a:cubicBezTo>
                  <a:lnTo>
                    <a:pt x="89" y="355"/>
                  </a:lnTo>
                  <a:cubicBezTo>
                    <a:pt x="111" y="367"/>
                    <a:pt x="134" y="378"/>
                    <a:pt x="156" y="389"/>
                  </a:cubicBezTo>
                  <a:lnTo>
                    <a:pt x="211" y="389"/>
                  </a:lnTo>
                  <a:cubicBezTo>
                    <a:pt x="222" y="389"/>
                    <a:pt x="256" y="378"/>
                    <a:pt x="267" y="367"/>
                  </a:cubicBezTo>
                  <a:cubicBezTo>
                    <a:pt x="300" y="355"/>
                    <a:pt x="311" y="322"/>
                    <a:pt x="322" y="311"/>
                  </a:cubicBezTo>
                  <a:cubicBezTo>
                    <a:pt x="356" y="300"/>
                    <a:pt x="367" y="289"/>
                    <a:pt x="367" y="267"/>
                  </a:cubicBezTo>
                  <a:cubicBezTo>
                    <a:pt x="367" y="256"/>
                    <a:pt x="378" y="244"/>
                    <a:pt x="378" y="222"/>
                  </a:cubicBezTo>
                  <a:lnTo>
                    <a:pt x="378" y="178"/>
                  </a:lnTo>
                  <a:cubicBezTo>
                    <a:pt x="378" y="156"/>
                    <a:pt x="378" y="145"/>
                    <a:pt x="367" y="133"/>
                  </a:cubicBezTo>
                  <a:lnTo>
                    <a:pt x="333" y="89"/>
                  </a:lnTo>
                  <a:cubicBezTo>
                    <a:pt x="322" y="78"/>
                    <a:pt x="311" y="67"/>
                    <a:pt x="311" y="45"/>
                  </a:cubicBezTo>
                  <a:cubicBezTo>
                    <a:pt x="300" y="34"/>
                    <a:pt x="278" y="34"/>
                    <a:pt x="267" y="23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3b69b6c9aee_0_77"/>
            <p:cNvSpPr/>
            <p:nvPr/>
          </p:nvSpPr>
          <p:spPr>
            <a:xfrm>
              <a:off x="5965475" y="2563975"/>
              <a:ext cx="5025" cy="5500"/>
            </a:xfrm>
            <a:custGeom>
              <a:avLst/>
              <a:gdLst/>
              <a:ahLst/>
              <a:cxnLst/>
              <a:rect l="l" t="t" r="r" b="b"/>
              <a:pathLst>
                <a:path w="201" h="220" extrusionOk="0">
                  <a:moveTo>
                    <a:pt x="104" y="0"/>
                  </a:moveTo>
                  <a:cubicBezTo>
                    <a:pt x="98" y="0"/>
                    <a:pt x="93" y="3"/>
                    <a:pt x="90" y="10"/>
                  </a:cubicBezTo>
                  <a:cubicBezTo>
                    <a:pt x="79" y="10"/>
                    <a:pt x="68" y="10"/>
                    <a:pt x="56" y="21"/>
                  </a:cubicBezTo>
                  <a:cubicBezTo>
                    <a:pt x="34" y="21"/>
                    <a:pt x="23" y="32"/>
                    <a:pt x="23" y="43"/>
                  </a:cubicBezTo>
                  <a:cubicBezTo>
                    <a:pt x="23" y="66"/>
                    <a:pt x="12" y="66"/>
                    <a:pt x="12" y="77"/>
                  </a:cubicBezTo>
                  <a:cubicBezTo>
                    <a:pt x="1" y="88"/>
                    <a:pt x="1" y="99"/>
                    <a:pt x="1" y="132"/>
                  </a:cubicBezTo>
                  <a:lnTo>
                    <a:pt x="1" y="154"/>
                  </a:lnTo>
                  <a:cubicBezTo>
                    <a:pt x="1" y="176"/>
                    <a:pt x="12" y="188"/>
                    <a:pt x="23" y="199"/>
                  </a:cubicBezTo>
                  <a:cubicBezTo>
                    <a:pt x="34" y="210"/>
                    <a:pt x="56" y="210"/>
                    <a:pt x="68" y="210"/>
                  </a:cubicBezTo>
                  <a:cubicBezTo>
                    <a:pt x="75" y="210"/>
                    <a:pt x="82" y="220"/>
                    <a:pt x="93" y="220"/>
                  </a:cubicBezTo>
                  <a:cubicBezTo>
                    <a:pt x="98" y="220"/>
                    <a:pt x="105" y="217"/>
                    <a:pt x="112" y="210"/>
                  </a:cubicBezTo>
                  <a:cubicBezTo>
                    <a:pt x="123" y="210"/>
                    <a:pt x="134" y="210"/>
                    <a:pt x="145" y="199"/>
                  </a:cubicBezTo>
                  <a:cubicBezTo>
                    <a:pt x="167" y="199"/>
                    <a:pt x="179" y="188"/>
                    <a:pt x="179" y="176"/>
                  </a:cubicBezTo>
                  <a:cubicBezTo>
                    <a:pt x="179" y="176"/>
                    <a:pt x="190" y="154"/>
                    <a:pt x="190" y="143"/>
                  </a:cubicBezTo>
                  <a:cubicBezTo>
                    <a:pt x="201" y="132"/>
                    <a:pt x="201" y="121"/>
                    <a:pt x="201" y="88"/>
                  </a:cubicBezTo>
                  <a:lnTo>
                    <a:pt x="201" y="66"/>
                  </a:lnTo>
                  <a:cubicBezTo>
                    <a:pt x="201" y="43"/>
                    <a:pt x="190" y="32"/>
                    <a:pt x="179" y="21"/>
                  </a:cubicBezTo>
                  <a:cubicBezTo>
                    <a:pt x="167" y="10"/>
                    <a:pt x="145" y="10"/>
                    <a:pt x="134" y="10"/>
                  </a:cubicBezTo>
                  <a:cubicBezTo>
                    <a:pt x="127" y="10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3b69b6c9aee_0_77"/>
            <p:cNvSpPr/>
            <p:nvPr/>
          </p:nvSpPr>
          <p:spPr>
            <a:xfrm>
              <a:off x="5993775" y="2510825"/>
              <a:ext cx="5875" cy="6375"/>
            </a:xfrm>
            <a:custGeom>
              <a:avLst/>
              <a:gdLst/>
              <a:ahLst/>
              <a:cxnLst/>
              <a:rect l="l" t="t" r="r" b="b"/>
              <a:pathLst>
                <a:path w="235" h="255" extrusionOk="0">
                  <a:moveTo>
                    <a:pt x="126" y="0"/>
                  </a:moveTo>
                  <a:cubicBezTo>
                    <a:pt x="121" y="0"/>
                    <a:pt x="116" y="2"/>
                    <a:pt x="112" y="5"/>
                  </a:cubicBezTo>
                  <a:cubicBezTo>
                    <a:pt x="101" y="5"/>
                    <a:pt x="90" y="5"/>
                    <a:pt x="68" y="27"/>
                  </a:cubicBezTo>
                  <a:cubicBezTo>
                    <a:pt x="56" y="27"/>
                    <a:pt x="45" y="39"/>
                    <a:pt x="34" y="50"/>
                  </a:cubicBezTo>
                  <a:cubicBezTo>
                    <a:pt x="34" y="61"/>
                    <a:pt x="12" y="61"/>
                    <a:pt x="12" y="83"/>
                  </a:cubicBezTo>
                  <a:cubicBezTo>
                    <a:pt x="1" y="94"/>
                    <a:pt x="1" y="116"/>
                    <a:pt x="1" y="138"/>
                  </a:cubicBezTo>
                  <a:lnTo>
                    <a:pt x="1" y="161"/>
                  </a:lnTo>
                  <a:cubicBezTo>
                    <a:pt x="12" y="172"/>
                    <a:pt x="12" y="205"/>
                    <a:pt x="45" y="216"/>
                  </a:cubicBezTo>
                  <a:cubicBezTo>
                    <a:pt x="56" y="227"/>
                    <a:pt x="68" y="227"/>
                    <a:pt x="90" y="249"/>
                  </a:cubicBezTo>
                  <a:cubicBezTo>
                    <a:pt x="97" y="249"/>
                    <a:pt x="105" y="254"/>
                    <a:pt x="112" y="254"/>
                  </a:cubicBezTo>
                  <a:cubicBezTo>
                    <a:pt x="116" y="254"/>
                    <a:pt x="119" y="253"/>
                    <a:pt x="123" y="249"/>
                  </a:cubicBezTo>
                  <a:cubicBezTo>
                    <a:pt x="145" y="249"/>
                    <a:pt x="156" y="249"/>
                    <a:pt x="167" y="227"/>
                  </a:cubicBezTo>
                  <a:cubicBezTo>
                    <a:pt x="179" y="227"/>
                    <a:pt x="201" y="216"/>
                    <a:pt x="212" y="205"/>
                  </a:cubicBezTo>
                  <a:cubicBezTo>
                    <a:pt x="223" y="194"/>
                    <a:pt x="223" y="172"/>
                    <a:pt x="223" y="172"/>
                  </a:cubicBezTo>
                  <a:cubicBezTo>
                    <a:pt x="234" y="161"/>
                    <a:pt x="234" y="138"/>
                    <a:pt x="234" y="116"/>
                  </a:cubicBezTo>
                  <a:lnTo>
                    <a:pt x="234" y="94"/>
                  </a:lnTo>
                  <a:cubicBezTo>
                    <a:pt x="223" y="83"/>
                    <a:pt x="223" y="50"/>
                    <a:pt x="201" y="39"/>
                  </a:cubicBezTo>
                  <a:cubicBezTo>
                    <a:pt x="179" y="27"/>
                    <a:pt x="167" y="27"/>
                    <a:pt x="156" y="5"/>
                  </a:cubicBezTo>
                  <a:cubicBezTo>
                    <a:pt x="149" y="5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3b69b6c9aee_0_77"/>
            <p:cNvSpPr/>
            <p:nvPr/>
          </p:nvSpPr>
          <p:spPr>
            <a:xfrm>
              <a:off x="5958825" y="2488475"/>
              <a:ext cx="8625" cy="8625"/>
            </a:xfrm>
            <a:custGeom>
              <a:avLst/>
              <a:gdLst/>
              <a:ahLst/>
              <a:cxnLst/>
              <a:rect l="l" t="t" r="r" b="b"/>
              <a:pathLst>
                <a:path w="345" h="345" extrusionOk="0">
                  <a:moveTo>
                    <a:pt x="156" y="0"/>
                  </a:moveTo>
                  <a:cubicBezTo>
                    <a:pt x="134" y="0"/>
                    <a:pt x="123" y="0"/>
                    <a:pt x="112" y="11"/>
                  </a:cubicBezTo>
                  <a:cubicBezTo>
                    <a:pt x="78" y="34"/>
                    <a:pt x="56" y="45"/>
                    <a:pt x="45" y="56"/>
                  </a:cubicBezTo>
                  <a:cubicBezTo>
                    <a:pt x="23" y="67"/>
                    <a:pt x="12" y="100"/>
                    <a:pt x="12" y="111"/>
                  </a:cubicBezTo>
                  <a:cubicBezTo>
                    <a:pt x="1" y="122"/>
                    <a:pt x="1" y="156"/>
                    <a:pt x="1" y="178"/>
                  </a:cubicBezTo>
                  <a:cubicBezTo>
                    <a:pt x="1" y="211"/>
                    <a:pt x="12" y="233"/>
                    <a:pt x="23" y="267"/>
                  </a:cubicBezTo>
                  <a:cubicBezTo>
                    <a:pt x="45" y="289"/>
                    <a:pt x="67" y="311"/>
                    <a:pt x="101" y="322"/>
                  </a:cubicBezTo>
                  <a:cubicBezTo>
                    <a:pt x="112" y="322"/>
                    <a:pt x="123" y="333"/>
                    <a:pt x="123" y="333"/>
                  </a:cubicBezTo>
                  <a:cubicBezTo>
                    <a:pt x="134" y="333"/>
                    <a:pt x="156" y="344"/>
                    <a:pt x="167" y="344"/>
                  </a:cubicBezTo>
                  <a:lnTo>
                    <a:pt x="223" y="344"/>
                  </a:lnTo>
                  <a:cubicBezTo>
                    <a:pt x="234" y="344"/>
                    <a:pt x="245" y="344"/>
                    <a:pt x="267" y="333"/>
                  </a:cubicBezTo>
                  <a:cubicBezTo>
                    <a:pt x="278" y="322"/>
                    <a:pt x="300" y="322"/>
                    <a:pt x="322" y="289"/>
                  </a:cubicBezTo>
                  <a:cubicBezTo>
                    <a:pt x="322" y="278"/>
                    <a:pt x="334" y="267"/>
                    <a:pt x="334" y="256"/>
                  </a:cubicBezTo>
                  <a:cubicBezTo>
                    <a:pt x="334" y="233"/>
                    <a:pt x="345" y="222"/>
                    <a:pt x="345" y="211"/>
                  </a:cubicBezTo>
                  <a:lnTo>
                    <a:pt x="345" y="156"/>
                  </a:lnTo>
                  <a:cubicBezTo>
                    <a:pt x="345" y="145"/>
                    <a:pt x="334" y="111"/>
                    <a:pt x="322" y="100"/>
                  </a:cubicBezTo>
                  <a:cubicBezTo>
                    <a:pt x="322" y="89"/>
                    <a:pt x="300" y="67"/>
                    <a:pt x="300" y="67"/>
                  </a:cubicBezTo>
                  <a:cubicBezTo>
                    <a:pt x="289" y="45"/>
                    <a:pt x="267" y="34"/>
                    <a:pt x="234" y="11"/>
                  </a:cubicBezTo>
                  <a:cubicBezTo>
                    <a:pt x="211" y="0"/>
                    <a:pt x="178" y="0"/>
                    <a:pt x="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3b69b6c9aee_0_77"/>
            <p:cNvSpPr/>
            <p:nvPr/>
          </p:nvSpPr>
          <p:spPr>
            <a:xfrm>
              <a:off x="5790975" y="2389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78" y="1"/>
                  </a:moveTo>
                  <a:cubicBezTo>
                    <a:pt x="67" y="12"/>
                    <a:pt x="45" y="12"/>
                    <a:pt x="23" y="45"/>
                  </a:cubicBezTo>
                  <a:cubicBezTo>
                    <a:pt x="11" y="56"/>
                    <a:pt x="0" y="89"/>
                    <a:pt x="0" y="100"/>
                  </a:cubicBezTo>
                  <a:lnTo>
                    <a:pt x="0" y="156"/>
                  </a:lnTo>
                  <a:cubicBezTo>
                    <a:pt x="0" y="167"/>
                    <a:pt x="11" y="178"/>
                    <a:pt x="11" y="189"/>
                  </a:cubicBezTo>
                  <a:lnTo>
                    <a:pt x="11" y="211"/>
                  </a:lnTo>
                  <a:lnTo>
                    <a:pt x="45" y="234"/>
                  </a:lnTo>
                  <a:lnTo>
                    <a:pt x="56" y="234"/>
                  </a:lnTo>
                  <a:cubicBezTo>
                    <a:pt x="67" y="245"/>
                    <a:pt x="67" y="245"/>
                    <a:pt x="78" y="245"/>
                  </a:cubicBezTo>
                  <a:cubicBezTo>
                    <a:pt x="100" y="245"/>
                    <a:pt x="111" y="267"/>
                    <a:pt x="111" y="267"/>
                  </a:cubicBezTo>
                  <a:lnTo>
                    <a:pt x="167" y="267"/>
                  </a:lnTo>
                  <a:cubicBezTo>
                    <a:pt x="178" y="267"/>
                    <a:pt x="178" y="245"/>
                    <a:pt x="189" y="245"/>
                  </a:cubicBezTo>
                  <a:cubicBezTo>
                    <a:pt x="211" y="245"/>
                    <a:pt x="211" y="234"/>
                    <a:pt x="222" y="222"/>
                  </a:cubicBezTo>
                  <a:lnTo>
                    <a:pt x="222" y="200"/>
                  </a:lnTo>
                  <a:cubicBezTo>
                    <a:pt x="222" y="185"/>
                    <a:pt x="222" y="175"/>
                    <a:pt x="219" y="167"/>
                  </a:cubicBezTo>
                  <a:lnTo>
                    <a:pt x="219" y="167"/>
                  </a:lnTo>
                  <a:cubicBezTo>
                    <a:pt x="220" y="167"/>
                    <a:pt x="221" y="167"/>
                    <a:pt x="222" y="167"/>
                  </a:cubicBezTo>
                  <a:lnTo>
                    <a:pt x="222" y="156"/>
                  </a:lnTo>
                  <a:lnTo>
                    <a:pt x="222" y="134"/>
                  </a:lnTo>
                  <a:lnTo>
                    <a:pt x="222" y="112"/>
                  </a:lnTo>
                  <a:cubicBezTo>
                    <a:pt x="222" y="89"/>
                    <a:pt x="211" y="67"/>
                    <a:pt x="211" y="56"/>
                  </a:cubicBezTo>
                  <a:lnTo>
                    <a:pt x="167" y="12"/>
                  </a:lnTo>
                  <a:cubicBezTo>
                    <a:pt x="156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3b69b6c9aee_0_77"/>
            <p:cNvSpPr/>
            <p:nvPr/>
          </p:nvSpPr>
          <p:spPr>
            <a:xfrm>
              <a:off x="5777375" y="2431875"/>
              <a:ext cx="9450" cy="8075"/>
            </a:xfrm>
            <a:custGeom>
              <a:avLst/>
              <a:gdLst/>
              <a:ahLst/>
              <a:cxnLst/>
              <a:rect l="l" t="t" r="r" b="b"/>
              <a:pathLst>
                <a:path w="378" h="323" extrusionOk="0">
                  <a:moveTo>
                    <a:pt x="112" y="0"/>
                  </a:moveTo>
                  <a:cubicBezTo>
                    <a:pt x="89" y="23"/>
                    <a:pt x="56" y="34"/>
                    <a:pt x="45" y="45"/>
                  </a:cubicBezTo>
                  <a:cubicBezTo>
                    <a:pt x="34" y="56"/>
                    <a:pt x="12" y="89"/>
                    <a:pt x="12" y="100"/>
                  </a:cubicBezTo>
                  <a:cubicBezTo>
                    <a:pt x="1" y="111"/>
                    <a:pt x="1" y="145"/>
                    <a:pt x="1" y="167"/>
                  </a:cubicBezTo>
                  <a:cubicBezTo>
                    <a:pt x="1" y="200"/>
                    <a:pt x="12" y="222"/>
                    <a:pt x="34" y="256"/>
                  </a:cubicBezTo>
                  <a:cubicBezTo>
                    <a:pt x="45" y="278"/>
                    <a:pt x="67" y="300"/>
                    <a:pt x="100" y="311"/>
                  </a:cubicBezTo>
                  <a:cubicBezTo>
                    <a:pt x="123" y="322"/>
                    <a:pt x="156" y="322"/>
                    <a:pt x="178" y="322"/>
                  </a:cubicBezTo>
                  <a:cubicBezTo>
                    <a:pt x="200" y="322"/>
                    <a:pt x="211" y="322"/>
                    <a:pt x="234" y="311"/>
                  </a:cubicBezTo>
                  <a:cubicBezTo>
                    <a:pt x="256" y="311"/>
                    <a:pt x="267" y="311"/>
                    <a:pt x="278" y="289"/>
                  </a:cubicBezTo>
                  <a:cubicBezTo>
                    <a:pt x="289" y="289"/>
                    <a:pt x="311" y="278"/>
                    <a:pt x="311" y="278"/>
                  </a:cubicBezTo>
                  <a:lnTo>
                    <a:pt x="334" y="256"/>
                  </a:lnTo>
                  <a:cubicBezTo>
                    <a:pt x="336" y="258"/>
                    <a:pt x="338" y="260"/>
                    <a:pt x="340" y="260"/>
                  </a:cubicBezTo>
                  <a:cubicBezTo>
                    <a:pt x="346" y="260"/>
                    <a:pt x="350" y="247"/>
                    <a:pt x="367" y="222"/>
                  </a:cubicBezTo>
                  <a:cubicBezTo>
                    <a:pt x="367" y="211"/>
                    <a:pt x="378" y="200"/>
                    <a:pt x="367" y="189"/>
                  </a:cubicBezTo>
                  <a:lnTo>
                    <a:pt x="367" y="145"/>
                  </a:lnTo>
                  <a:cubicBezTo>
                    <a:pt x="367" y="122"/>
                    <a:pt x="367" y="111"/>
                    <a:pt x="345" y="111"/>
                  </a:cubicBezTo>
                  <a:cubicBezTo>
                    <a:pt x="334" y="100"/>
                    <a:pt x="334" y="89"/>
                    <a:pt x="322" y="78"/>
                  </a:cubicBezTo>
                  <a:cubicBezTo>
                    <a:pt x="311" y="56"/>
                    <a:pt x="289" y="56"/>
                    <a:pt x="278" y="45"/>
                  </a:cubicBezTo>
                  <a:cubicBezTo>
                    <a:pt x="256" y="34"/>
                    <a:pt x="234" y="23"/>
                    <a:pt x="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3b69b6c9aee_0_77"/>
            <p:cNvSpPr/>
            <p:nvPr/>
          </p:nvSpPr>
          <p:spPr>
            <a:xfrm>
              <a:off x="5822050" y="2430475"/>
              <a:ext cx="7500" cy="75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34" y="1"/>
                  </a:moveTo>
                  <a:cubicBezTo>
                    <a:pt x="111" y="1"/>
                    <a:pt x="89" y="23"/>
                    <a:pt x="78" y="23"/>
                  </a:cubicBezTo>
                  <a:cubicBezTo>
                    <a:pt x="45" y="34"/>
                    <a:pt x="34" y="45"/>
                    <a:pt x="11" y="79"/>
                  </a:cubicBezTo>
                  <a:cubicBezTo>
                    <a:pt x="11" y="90"/>
                    <a:pt x="0" y="101"/>
                    <a:pt x="0" y="112"/>
                  </a:cubicBezTo>
                  <a:lnTo>
                    <a:pt x="0" y="167"/>
                  </a:lnTo>
                  <a:cubicBezTo>
                    <a:pt x="0" y="189"/>
                    <a:pt x="0" y="201"/>
                    <a:pt x="11" y="201"/>
                  </a:cubicBezTo>
                  <a:cubicBezTo>
                    <a:pt x="11" y="212"/>
                    <a:pt x="34" y="223"/>
                    <a:pt x="45" y="245"/>
                  </a:cubicBezTo>
                  <a:cubicBezTo>
                    <a:pt x="45" y="245"/>
                    <a:pt x="56" y="245"/>
                    <a:pt x="56" y="256"/>
                  </a:cubicBezTo>
                  <a:cubicBezTo>
                    <a:pt x="67" y="267"/>
                    <a:pt x="67" y="278"/>
                    <a:pt x="100" y="278"/>
                  </a:cubicBezTo>
                  <a:cubicBezTo>
                    <a:pt x="111" y="300"/>
                    <a:pt x="122" y="300"/>
                    <a:pt x="145" y="300"/>
                  </a:cubicBezTo>
                  <a:lnTo>
                    <a:pt x="178" y="300"/>
                  </a:lnTo>
                  <a:cubicBezTo>
                    <a:pt x="211" y="278"/>
                    <a:pt x="222" y="278"/>
                    <a:pt x="256" y="245"/>
                  </a:cubicBezTo>
                  <a:lnTo>
                    <a:pt x="256" y="245"/>
                  </a:lnTo>
                  <a:cubicBezTo>
                    <a:pt x="250" y="251"/>
                    <a:pt x="250" y="253"/>
                    <a:pt x="251" y="253"/>
                  </a:cubicBezTo>
                  <a:cubicBezTo>
                    <a:pt x="253" y="253"/>
                    <a:pt x="256" y="251"/>
                    <a:pt x="256" y="245"/>
                  </a:cubicBezTo>
                  <a:lnTo>
                    <a:pt x="256" y="245"/>
                  </a:lnTo>
                  <a:cubicBezTo>
                    <a:pt x="256" y="245"/>
                    <a:pt x="256" y="245"/>
                    <a:pt x="256" y="245"/>
                  </a:cubicBezTo>
                  <a:cubicBezTo>
                    <a:pt x="267" y="223"/>
                    <a:pt x="267" y="212"/>
                    <a:pt x="278" y="201"/>
                  </a:cubicBezTo>
                  <a:cubicBezTo>
                    <a:pt x="278" y="178"/>
                    <a:pt x="300" y="167"/>
                    <a:pt x="300" y="156"/>
                  </a:cubicBezTo>
                  <a:lnTo>
                    <a:pt x="300" y="101"/>
                  </a:lnTo>
                  <a:cubicBezTo>
                    <a:pt x="300" y="90"/>
                    <a:pt x="300" y="79"/>
                    <a:pt x="278" y="79"/>
                  </a:cubicBezTo>
                  <a:cubicBezTo>
                    <a:pt x="278" y="56"/>
                    <a:pt x="267" y="45"/>
                    <a:pt x="256" y="34"/>
                  </a:cubicBezTo>
                  <a:cubicBezTo>
                    <a:pt x="244" y="12"/>
                    <a:pt x="211" y="1"/>
                    <a:pt x="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3b69b6c9aee_0_77"/>
            <p:cNvSpPr/>
            <p:nvPr/>
          </p:nvSpPr>
          <p:spPr>
            <a:xfrm>
              <a:off x="6017650" y="2468500"/>
              <a:ext cx="11675" cy="11125"/>
            </a:xfrm>
            <a:custGeom>
              <a:avLst/>
              <a:gdLst/>
              <a:ahLst/>
              <a:cxnLst/>
              <a:rect l="l" t="t" r="r" b="b"/>
              <a:pathLst>
                <a:path w="467" h="445" extrusionOk="0">
                  <a:moveTo>
                    <a:pt x="200" y="0"/>
                  </a:moveTo>
                  <a:cubicBezTo>
                    <a:pt x="167" y="0"/>
                    <a:pt x="145" y="11"/>
                    <a:pt x="134" y="22"/>
                  </a:cubicBezTo>
                  <a:cubicBezTo>
                    <a:pt x="111" y="22"/>
                    <a:pt x="100" y="34"/>
                    <a:pt x="89" y="56"/>
                  </a:cubicBezTo>
                  <a:cubicBezTo>
                    <a:pt x="56" y="67"/>
                    <a:pt x="45" y="89"/>
                    <a:pt x="34" y="122"/>
                  </a:cubicBezTo>
                  <a:cubicBezTo>
                    <a:pt x="34" y="122"/>
                    <a:pt x="34" y="133"/>
                    <a:pt x="23" y="133"/>
                  </a:cubicBezTo>
                  <a:cubicBezTo>
                    <a:pt x="23" y="145"/>
                    <a:pt x="0" y="178"/>
                    <a:pt x="0" y="189"/>
                  </a:cubicBezTo>
                  <a:lnTo>
                    <a:pt x="0" y="278"/>
                  </a:lnTo>
                  <a:cubicBezTo>
                    <a:pt x="0" y="289"/>
                    <a:pt x="23" y="311"/>
                    <a:pt x="23" y="333"/>
                  </a:cubicBezTo>
                  <a:cubicBezTo>
                    <a:pt x="23" y="344"/>
                    <a:pt x="34" y="366"/>
                    <a:pt x="45" y="366"/>
                  </a:cubicBezTo>
                  <a:cubicBezTo>
                    <a:pt x="56" y="400"/>
                    <a:pt x="89" y="411"/>
                    <a:pt x="111" y="422"/>
                  </a:cubicBezTo>
                  <a:cubicBezTo>
                    <a:pt x="134" y="422"/>
                    <a:pt x="156" y="444"/>
                    <a:pt x="167" y="444"/>
                  </a:cubicBezTo>
                  <a:lnTo>
                    <a:pt x="222" y="444"/>
                  </a:lnTo>
                  <a:cubicBezTo>
                    <a:pt x="256" y="444"/>
                    <a:pt x="278" y="422"/>
                    <a:pt x="311" y="411"/>
                  </a:cubicBezTo>
                  <a:cubicBezTo>
                    <a:pt x="322" y="411"/>
                    <a:pt x="356" y="400"/>
                    <a:pt x="356" y="389"/>
                  </a:cubicBezTo>
                  <a:lnTo>
                    <a:pt x="389" y="344"/>
                  </a:lnTo>
                  <a:cubicBezTo>
                    <a:pt x="444" y="300"/>
                    <a:pt x="467" y="278"/>
                    <a:pt x="467" y="244"/>
                  </a:cubicBezTo>
                  <a:lnTo>
                    <a:pt x="467" y="189"/>
                  </a:lnTo>
                  <a:cubicBezTo>
                    <a:pt x="467" y="178"/>
                    <a:pt x="444" y="145"/>
                    <a:pt x="444" y="133"/>
                  </a:cubicBezTo>
                  <a:cubicBezTo>
                    <a:pt x="433" y="122"/>
                    <a:pt x="433" y="111"/>
                    <a:pt x="422" y="78"/>
                  </a:cubicBezTo>
                  <a:cubicBezTo>
                    <a:pt x="411" y="56"/>
                    <a:pt x="378" y="34"/>
                    <a:pt x="356" y="22"/>
                  </a:cubicBezTo>
                  <a:cubicBezTo>
                    <a:pt x="322" y="11"/>
                    <a:pt x="300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3b69b6c9aee_0_77"/>
            <p:cNvSpPr/>
            <p:nvPr/>
          </p:nvSpPr>
          <p:spPr>
            <a:xfrm>
              <a:off x="6107550" y="2514025"/>
              <a:ext cx="5575" cy="6225"/>
            </a:xfrm>
            <a:custGeom>
              <a:avLst/>
              <a:gdLst/>
              <a:ahLst/>
              <a:cxnLst/>
              <a:rect l="l" t="t" r="r" b="b"/>
              <a:pathLst>
                <a:path w="223" h="249" extrusionOk="0">
                  <a:moveTo>
                    <a:pt x="125" y="1"/>
                  </a:moveTo>
                  <a:cubicBezTo>
                    <a:pt x="120" y="1"/>
                    <a:pt x="115" y="3"/>
                    <a:pt x="111" y="10"/>
                  </a:cubicBezTo>
                  <a:cubicBezTo>
                    <a:pt x="100" y="10"/>
                    <a:pt x="89" y="10"/>
                    <a:pt x="67" y="21"/>
                  </a:cubicBezTo>
                  <a:cubicBezTo>
                    <a:pt x="56" y="21"/>
                    <a:pt x="45" y="33"/>
                    <a:pt x="33" y="44"/>
                  </a:cubicBezTo>
                  <a:cubicBezTo>
                    <a:pt x="33" y="66"/>
                    <a:pt x="11" y="66"/>
                    <a:pt x="11" y="77"/>
                  </a:cubicBezTo>
                  <a:cubicBezTo>
                    <a:pt x="0" y="88"/>
                    <a:pt x="0" y="121"/>
                    <a:pt x="0" y="132"/>
                  </a:cubicBezTo>
                  <a:lnTo>
                    <a:pt x="0" y="155"/>
                  </a:lnTo>
                  <a:cubicBezTo>
                    <a:pt x="0" y="177"/>
                    <a:pt x="11" y="199"/>
                    <a:pt x="33" y="210"/>
                  </a:cubicBezTo>
                  <a:cubicBezTo>
                    <a:pt x="45" y="232"/>
                    <a:pt x="56" y="232"/>
                    <a:pt x="67" y="243"/>
                  </a:cubicBezTo>
                  <a:cubicBezTo>
                    <a:pt x="82" y="243"/>
                    <a:pt x="91" y="248"/>
                    <a:pt x="100" y="248"/>
                  </a:cubicBezTo>
                  <a:cubicBezTo>
                    <a:pt x="104" y="248"/>
                    <a:pt x="107" y="247"/>
                    <a:pt x="111" y="243"/>
                  </a:cubicBezTo>
                  <a:cubicBezTo>
                    <a:pt x="122" y="243"/>
                    <a:pt x="144" y="243"/>
                    <a:pt x="155" y="232"/>
                  </a:cubicBezTo>
                  <a:cubicBezTo>
                    <a:pt x="167" y="232"/>
                    <a:pt x="178" y="210"/>
                    <a:pt x="200" y="199"/>
                  </a:cubicBezTo>
                  <a:cubicBezTo>
                    <a:pt x="211" y="188"/>
                    <a:pt x="211" y="177"/>
                    <a:pt x="211" y="177"/>
                  </a:cubicBezTo>
                  <a:cubicBezTo>
                    <a:pt x="222" y="155"/>
                    <a:pt x="222" y="132"/>
                    <a:pt x="222" y="121"/>
                  </a:cubicBezTo>
                  <a:lnTo>
                    <a:pt x="222" y="88"/>
                  </a:lnTo>
                  <a:cubicBezTo>
                    <a:pt x="222" y="77"/>
                    <a:pt x="211" y="44"/>
                    <a:pt x="200" y="33"/>
                  </a:cubicBezTo>
                  <a:cubicBezTo>
                    <a:pt x="178" y="21"/>
                    <a:pt x="167" y="21"/>
                    <a:pt x="155" y="10"/>
                  </a:cubicBezTo>
                  <a:cubicBezTo>
                    <a:pt x="148" y="10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3b69b6c9aee_0_77"/>
            <p:cNvSpPr/>
            <p:nvPr/>
          </p:nvSpPr>
          <p:spPr>
            <a:xfrm>
              <a:off x="6178300" y="2542575"/>
              <a:ext cx="4450" cy="3625"/>
            </a:xfrm>
            <a:custGeom>
              <a:avLst/>
              <a:gdLst/>
              <a:ahLst/>
              <a:cxnLst/>
              <a:rect l="l" t="t" r="r" b="b"/>
              <a:pathLst>
                <a:path w="178" h="145" extrusionOk="0">
                  <a:moveTo>
                    <a:pt x="44" y="0"/>
                  </a:moveTo>
                  <a:cubicBezTo>
                    <a:pt x="33" y="0"/>
                    <a:pt x="33" y="11"/>
                    <a:pt x="11" y="11"/>
                  </a:cubicBezTo>
                  <a:cubicBezTo>
                    <a:pt x="0" y="34"/>
                    <a:pt x="0" y="34"/>
                    <a:pt x="0" y="45"/>
                  </a:cubicBezTo>
                  <a:lnTo>
                    <a:pt x="0" y="67"/>
                  </a:lnTo>
                  <a:cubicBezTo>
                    <a:pt x="0" y="89"/>
                    <a:pt x="11" y="89"/>
                    <a:pt x="11" y="100"/>
                  </a:cubicBezTo>
                  <a:cubicBezTo>
                    <a:pt x="11" y="111"/>
                    <a:pt x="22" y="122"/>
                    <a:pt x="44" y="122"/>
                  </a:cubicBezTo>
                  <a:cubicBezTo>
                    <a:pt x="56" y="145"/>
                    <a:pt x="67" y="145"/>
                    <a:pt x="89" y="145"/>
                  </a:cubicBezTo>
                  <a:cubicBezTo>
                    <a:pt x="111" y="145"/>
                    <a:pt x="144" y="145"/>
                    <a:pt x="155" y="111"/>
                  </a:cubicBezTo>
                  <a:cubicBezTo>
                    <a:pt x="167" y="111"/>
                    <a:pt x="178" y="89"/>
                    <a:pt x="167" y="56"/>
                  </a:cubicBezTo>
                  <a:cubicBezTo>
                    <a:pt x="167" y="45"/>
                    <a:pt x="155" y="34"/>
                    <a:pt x="144" y="34"/>
                  </a:cubicBezTo>
                  <a:cubicBezTo>
                    <a:pt x="122" y="11"/>
                    <a:pt x="111" y="11"/>
                    <a:pt x="100" y="11"/>
                  </a:cubicBezTo>
                  <a:cubicBezTo>
                    <a:pt x="89" y="11"/>
                    <a:pt x="67" y="11"/>
                    <a:pt x="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3b69b6c9aee_0_77"/>
            <p:cNvSpPr/>
            <p:nvPr/>
          </p:nvSpPr>
          <p:spPr>
            <a:xfrm>
              <a:off x="6214625" y="24857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9" y="0"/>
                  </a:moveTo>
                  <a:cubicBezTo>
                    <a:pt x="56" y="0"/>
                    <a:pt x="45" y="11"/>
                    <a:pt x="45" y="11"/>
                  </a:cubicBezTo>
                  <a:cubicBezTo>
                    <a:pt x="34" y="11"/>
                    <a:pt x="34" y="34"/>
                    <a:pt x="23" y="34"/>
                  </a:cubicBezTo>
                  <a:cubicBezTo>
                    <a:pt x="23" y="45"/>
                    <a:pt x="1" y="45"/>
                    <a:pt x="1" y="56"/>
                  </a:cubicBezTo>
                  <a:cubicBezTo>
                    <a:pt x="1" y="67"/>
                    <a:pt x="1" y="100"/>
                    <a:pt x="23" y="100"/>
                  </a:cubicBezTo>
                  <a:cubicBezTo>
                    <a:pt x="34" y="100"/>
                    <a:pt x="45" y="111"/>
                    <a:pt x="79" y="111"/>
                  </a:cubicBezTo>
                  <a:cubicBezTo>
                    <a:pt x="90" y="111"/>
                    <a:pt x="90" y="100"/>
                    <a:pt x="101" y="100"/>
                  </a:cubicBezTo>
                  <a:cubicBezTo>
                    <a:pt x="90" y="89"/>
                    <a:pt x="101" y="67"/>
                    <a:pt x="101" y="67"/>
                  </a:cubicBezTo>
                  <a:cubicBezTo>
                    <a:pt x="101" y="56"/>
                    <a:pt x="112" y="45"/>
                    <a:pt x="112" y="45"/>
                  </a:cubicBezTo>
                  <a:lnTo>
                    <a:pt x="112" y="34"/>
                  </a:lnTo>
                  <a:cubicBezTo>
                    <a:pt x="112" y="34"/>
                    <a:pt x="112" y="11"/>
                    <a:pt x="101" y="11"/>
                  </a:cubicBezTo>
                  <a:cubicBezTo>
                    <a:pt x="101" y="11"/>
                    <a:pt x="90" y="11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3b69b6c9aee_0_77"/>
            <p:cNvSpPr/>
            <p:nvPr/>
          </p:nvSpPr>
          <p:spPr>
            <a:xfrm>
              <a:off x="6088125" y="2474875"/>
              <a:ext cx="7775" cy="6950"/>
            </a:xfrm>
            <a:custGeom>
              <a:avLst/>
              <a:gdLst/>
              <a:ahLst/>
              <a:cxnLst/>
              <a:rect l="l" t="t" r="r" b="b"/>
              <a:pathLst>
                <a:path w="311" h="278" extrusionOk="0">
                  <a:moveTo>
                    <a:pt x="145" y="0"/>
                  </a:moveTo>
                  <a:cubicBezTo>
                    <a:pt x="122" y="0"/>
                    <a:pt x="100" y="0"/>
                    <a:pt x="89" y="23"/>
                  </a:cubicBezTo>
                  <a:cubicBezTo>
                    <a:pt x="67" y="23"/>
                    <a:pt x="56" y="34"/>
                    <a:pt x="45" y="45"/>
                  </a:cubicBezTo>
                  <a:cubicBezTo>
                    <a:pt x="34" y="56"/>
                    <a:pt x="34" y="78"/>
                    <a:pt x="11" y="78"/>
                  </a:cubicBezTo>
                  <a:cubicBezTo>
                    <a:pt x="0" y="100"/>
                    <a:pt x="0" y="111"/>
                    <a:pt x="0" y="145"/>
                  </a:cubicBezTo>
                  <a:cubicBezTo>
                    <a:pt x="0" y="156"/>
                    <a:pt x="0" y="167"/>
                    <a:pt x="11" y="189"/>
                  </a:cubicBezTo>
                  <a:cubicBezTo>
                    <a:pt x="22" y="211"/>
                    <a:pt x="45" y="222"/>
                    <a:pt x="56" y="245"/>
                  </a:cubicBezTo>
                  <a:cubicBezTo>
                    <a:pt x="67" y="256"/>
                    <a:pt x="89" y="267"/>
                    <a:pt x="111" y="267"/>
                  </a:cubicBezTo>
                  <a:cubicBezTo>
                    <a:pt x="122" y="278"/>
                    <a:pt x="156" y="278"/>
                    <a:pt x="167" y="278"/>
                  </a:cubicBezTo>
                  <a:cubicBezTo>
                    <a:pt x="178" y="278"/>
                    <a:pt x="211" y="278"/>
                    <a:pt x="222" y="267"/>
                  </a:cubicBezTo>
                  <a:cubicBezTo>
                    <a:pt x="233" y="267"/>
                    <a:pt x="256" y="256"/>
                    <a:pt x="267" y="245"/>
                  </a:cubicBezTo>
                  <a:cubicBezTo>
                    <a:pt x="278" y="222"/>
                    <a:pt x="289" y="222"/>
                    <a:pt x="289" y="211"/>
                  </a:cubicBezTo>
                  <a:cubicBezTo>
                    <a:pt x="311" y="189"/>
                    <a:pt x="311" y="167"/>
                    <a:pt x="311" y="145"/>
                  </a:cubicBezTo>
                  <a:cubicBezTo>
                    <a:pt x="311" y="134"/>
                    <a:pt x="311" y="111"/>
                    <a:pt x="289" y="100"/>
                  </a:cubicBezTo>
                  <a:cubicBezTo>
                    <a:pt x="278" y="78"/>
                    <a:pt x="267" y="56"/>
                    <a:pt x="256" y="45"/>
                  </a:cubicBezTo>
                  <a:cubicBezTo>
                    <a:pt x="233" y="34"/>
                    <a:pt x="222" y="23"/>
                    <a:pt x="200" y="23"/>
                  </a:cubicBezTo>
                  <a:cubicBezTo>
                    <a:pt x="178" y="0"/>
                    <a:pt x="156" y="0"/>
                    <a:pt x="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3b69b6c9aee_0_77"/>
            <p:cNvSpPr/>
            <p:nvPr/>
          </p:nvSpPr>
          <p:spPr>
            <a:xfrm>
              <a:off x="6036175" y="2569750"/>
              <a:ext cx="7150" cy="4875"/>
            </a:xfrm>
            <a:custGeom>
              <a:avLst/>
              <a:gdLst/>
              <a:ahLst/>
              <a:cxnLst/>
              <a:rect l="l" t="t" r="r" b="b"/>
              <a:pathLst>
                <a:path w="286" h="195" extrusionOk="0">
                  <a:moveTo>
                    <a:pt x="146" y="1"/>
                  </a:moveTo>
                  <a:cubicBezTo>
                    <a:pt x="70" y="1"/>
                    <a:pt x="1" y="108"/>
                    <a:pt x="81" y="179"/>
                  </a:cubicBezTo>
                  <a:cubicBezTo>
                    <a:pt x="98" y="190"/>
                    <a:pt x="115" y="195"/>
                    <a:pt x="132" y="195"/>
                  </a:cubicBezTo>
                  <a:cubicBezTo>
                    <a:pt x="216" y="195"/>
                    <a:pt x="286" y="78"/>
                    <a:pt x="203" y="23"/>
                  </a:cubicBezTo>
                  <a:cubicBezTo>
                    <a:pt x="185" y="8"/>
                    <a:pt x="165" y="1"/>
                    <a:pt x="1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3b69b6c9aee_0_77"/>
            <p:cNvSpPr/>
            <p:nvPr/>
          </p:nvSpPr>
          <p:spPr>
            <a:xfrm>
              <a:off x="5766550" y="2393025"/>
              <a:ext cx="3350" cy="3350"/>
            </a:xfrm>
            <a:custGeom>
              <a:avLst/>
              <a:gdLst/>
              <a:ahLst/>
              <a:cxnLst/>
              <a:rect l="l" t="t" r="r" b="b"/>
              <a:pathLst>
                <a:path w="134" h="134" extrusionOk="0">
                  <a:moveTo>
                    <a:pt x="23" y="1"/>
                  </a:moveTo>
                  <a:cubicBezTo>
                    <a:pt x="23" y="1"/>
                    <a:pt x="1" y="1"/>
                    <a:pt x="1" y="23"/>
                  </a:cubicBezTo>
                  <a:lnTo>
                    <a:pt x="1" y="34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78"/>
                  </a:lnTo>
                  <a:lnTo>
                    <a:pt x="34" y="100"/>
                  </a:lnTo>
                  <a:cubicBezTo>
                    <a:pt x="45" y="112"/>
                    <a:pt x="56" y="134"/>
                    <a:pt x="90" y="134"/>
                  </a:cubicBezTo>
                  <a:cubicBezTo>
                    <a:pt x="101" y="134"/>
                    <a:pt x="112" y="112"/>
                    <a:pt x="134" y="112"/>
                  </a:cubicBezTo>
                  <a:lnTo>
                    <a:pt x="134" y="89"/>
                  </a:lnTo>
                  <a:lnTo>
                    <a:pt x="134" y="56"/>
                  </a:lnTo>
                  <a:cubicBezTo>
                    <a:pt x="134" y="45"/>
                    <a:pt x="112" y="23"/>
                    <a:pt x="101" y="23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3b69b6c9aee_0_77"/>
            <p:cNvSpPr/>
            <p:nvPr/>
          </p:nvSpPr>
          <p:spPr>
            <a:xfrm>
              <a:off x="5848400" y="2405525"/>
              <a:ext cx="4750" cy="4175"/>
            </a:xfrm>
            <a:custGeom>
              <a:avLst/>
              <a:gdLst/>
              <a:ahLst/>
              <a:cxnLst/>
              <a:rect l="l" t="t" r="r" b="b"/>
              <a:pathLst>
                <a:path w="190" h="167" extrusionOk="0">
                  <a:moveTo>
                    <a:pt x="101" y="0"/>
                  </a:moveTo>
                  <a:cubicBezTo>
                    <a:pt x="89" y="0"/>
                    <a:pt x="67" y="0"/>
                    <a:pt x="56" y="22"/>
                  </a:cubicBezTo>
                  <a:cubicBezTo>
                    <a:pt x="45" y="33"/>
                    <a:pt x="34" y="33"/>
                    <a:pt x="34" y="44"/>
                  </a:cubicBezTo>
                  <a:lnTo>
                    <a:pt x="1" y="67"/>
                  </a:lnTo>
                  <a:lnTo>
                    <a:pt x="1" y="89"/>
                  </a:lnTo>
                  <a:lnTo>
                    <a:pt x="1" y="111"/>
                  </a:lnTo>
                  <a:lnTo>
                    <a:pt x="1" y="133"/>
                  </a:lnTo>
                  <a:cubicBezTo>
                    <a:pt x="1" y="144"/>
                    <a:pt x="12" y="144"/>
                    <a:pt x="12" y="155"/>
                  </a:cubicBezTo>
                  <a:lnTo>
                    <a:pt x="34" y="166"/>
                  </a:lnTo>
                  <a:lnTo>
                    <a:pt x="67" y="166"/>
                  </a:lnTo>
                  <a:cubicBezTo>
                    <a:pt x="89" y="166"/>
                    <a:pt x="89" y="166"/>
                    <a:pt x="101" y="155"/>
                  </a:cubicBezTo>
                  <a:lnTo>
                    <a:pt x="123" y="133"/>
                  </a:lnTo>
                  <a:cubicBezTo>
                    <a:pt x="145" y="111"/>
                    <a:pt x="156" y="111"/>
                    <a:pt x="156" y="100"/>
                  </a:cubicBezTo>
                  <a:cubicBezTo>
                    <a:pt x="189" y="100"/>
                    <a:pt x="189" y="89"/>
                    <a:pt x="189" y="78"/>
                  </a:cubicBezTo>
                  <a:lnTo>
                    <a:pt x="189" y="56"/>
                  </a:lnTo>
                  <a:cubicBezTo>
                    <a:pt x="189" y="44"/>
                    <a:pt x="167" y="33"/>
                    <a:pt x="156" y="22"/>
                  </a:cubicBezTo>
                  <a:cubicBezTo>
                    <a:pt x="145" y="0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3b69b6c9aee_0_77"/>
            <p:cNvSpPr/>
            <p:nvPr/>
          </p:nvSpPr>
          <p:spPr>
            <a:xfrm>
              <a:off x="5885500" y="2531375"/>
              <a:ext cx="5975" cy="3675"/>
            </a:xfrm>
            <a:custGeom>
              <a:avLst/>
              <a:gdLst/>
              <a:ahLst/>
              <a:cxnLst/>
              <a:rect l="l" t="t" r="r" b="b"/>
              <a:pathLst>
                <a:path w="239" h="147" extrusionOk="0">
                  <a:moveTo>
                    <a:pt x="121" y="1"/>
                  </a:moveTo>
                  <a:cubicBezTo>
                    <a:pt x="54" y="1"/>
                    <a:pt x="1" y="68"/>
                    <a:pt x="59" y="127"/>
                  </a:cubicBezTo>
                  <a:cubicBezTo>
                    <a:pt x="78" y="141"/>
                    <a:pt x="96" y="147"/>
                    <a:pt x="114" y="147"/>
                  </a:cubicBezTo>
                  <a:cubicBezTo>
                    <a:pt x="189" y="147"/>
                    <a:pt x="238" y="32"/>
                    <a:pt x="148" y="4"/>
                  </a:cubicBezTo>
                  <a:cubicBezTo>
                    <a:pt x="139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3b69b6c9aee_0_77"/>
            <p:cNvSpPr/>
            <p:nvPr/>
          </p:nvSpPr>
          <p:spPr>
            <a:xfrm>
              <a:off x="5909175" y="2452950"/>
              <a:ext cx="2500" cy="2525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44" y="1"/>
                  </a:moveTo>
                  <a:lnTo>
                    <a:pt x="11" y="34"/>
                  </a:lnTo>
                  <a:lnTo>
                    <a:pt x="0" y="45"/>
                  </a:lnTo>
                  <a:lnTo>
                    <a:pt x="0" y="67"/>
                  </a:lnTo>
                  <a:cubicBezTo>
                    <a:pt x="0" y="78"/>
                    <a:pt x="0" y="78"/>
                    <a:pt x="11" y="90"/>
                  </a:cubicBezTo>
                  <a:cubicBezTo>
                    <a:pt x="33" y="90"/>
                    <a:pt x="33" y="101"/>
                    <a:pt x="44" y="101"/>
                  </a:cubicBezTo>
                  <a:lnTo>
                    <a:pt x="56" y="101"/>
                  </a:lnTo>
                  <a:lnTo>
                    <a:pt x="67" y="90"/>
                  </a:lnTo>
                  <a:cubicBezTo>
                    <a:pt x="89" y="90"/>
                    <a:pt x="100" y="78"/>
                    <a:pt x="100" y="67"/>
                  </a:cubicBezTo>
                  <a:lnTo>
                    <a:pt x="100" y="34"/>
                  </a:lnTo>
                  <a:cubicBezTo>
                    <a:pt x="100" y="23"/>
                    <a:pt x="100" y="23"/>
                    <a:pt x="89" y="23"/>
                  </a:cubicBezTo>
                  <a:cubicBezTo>
                    <a:pt x="89" y="23"/>
                    <a:pt x="67" y="23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3b69b6c9aee_0_77"/>
            <p:cNvSpPr/>
            <p:nvPr/>
          </p:nvSpPr>
          <p:spPr>
            <a:xfrm>
              <a:off x="6186325" y="2512050"/>
              <a:ext cx="4750" cy="5025"/>
            </a:xfrm>
            <a:custGeom>
              <a:avLst/>
              <a:gdLst/>
              <a:ahLst/>
              <a:cxnLst/>
              <a:rect l="l" t="t" r="r" b="b"/>
              <a:pathLst>
                <a:path w="190" h="201" extrusionOk="0">
                  <a:moveTo>
                    <a:pt x="101" y="1"/>
                  </a:moveTo>
                  <a:cubicBezTo>
                    <a:pt x="79" y="1"/>
                    <a:pt x="68" y="1"/>
                    <a:pt x="56" y="12"/>
                  </a:cubicBezTo>
                  <a:cubicBezTo>
                    <a:pt x="45" y="12"/>
                    <a:pt x="45" y="34"/>
                    <a:pt x="23" y="45"/>
                  </a:cubicBezTo>
                  <a:lnTo>
                    <a:pt x="23" y="56"/>
                  </a:lnTo>
                  <a:cubicBezTo>
                    <a:pt x="23" y="56"/>
                    <a:pt x="12" y="56"/>
                    <a:pt x="12" y="67"/>
                  </a:cubicBezTo>
                  <a:cubicBezTo>
                    <a:pt x="12" y="89"/>
                    <a:pt x="1" y="89"/>
                    <a:pt x="1" y="100"/>
                  </a:cubicBezTo>
                  <a:lnTo>
                    <a:pt x="1" y="112"/>
                  </a:lnTo>
                  <a:cubicBezTo>
                    <a:pt x="1" y="123"/>
                    <a:pt x="1" y="145"/>
                    <a:pt x="12" y="156"/>
                  </a:cubicBezTo>
                  <a:cubicBezTo>
                    <a:pt x="23" y="167"/>
                    <a:pt x="45" y="178"/>
                    <a:pt x="56" y="178"/>
                  </a:cubicBezTo>
                  <a:cubicBezTo>
                    <a:pt x="68" y="200"/>
                    <a:pt x="79" y="200"/>
                    <a:pt x="101" y="200"/>
                  </a:cubicBezTo>
                  <a:cubicBezTo>
                    <a:pt x="112" y="200"/>
                    <a:pt x="134" y="178"/>
                    <a:pt x="156" y="178"/>
                  </a:cubicBezTo>
                  <a:lnTo>
                    <a:pt x="179" y="123"/>
                  </a:lnTo>
                  <a:cubicBezTo>
                    <a:pt x="179" y="112"/>
                    <a:pt x="190" y="112"/>
                    <a:pt x="190" y="100"/>
                  </a:cubicBezTo>
                  <a:cubicBezTo>
                    <a:pt x="190" y="67"/>
                    <a:pt x="190" y="34"/>
                    <a:pt x="167" y="12"/>
                  </a:cubicBezTo>
                  <a:cubicBezTo>
                    <a:pt x="156" y="1"/>
                    <a:pt x="134" y="1"/>
                    <a:pt x="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g3b69b6c9aee_0_77"/>
            <p:cNvSpPr/>
            <p:nvPr/>
          </p:nvSpPr>
          <p:spPr>
            <a:xfrm>
              <a:off x="6133350" y="2479600"/>
              <a:ext cx="3625" cy="2800"/>
            </a:xfrm>
            <a:custGeom>
              <a:avLst/>
              <a:gdLst/>
              <a:ahLst/>
              <a:cxnLst/>
              <a:rect l="l" t="t" r="r" b="b"/>
              <a:pathLst>
                <a:path w="145" h="112" extrusionOk="0">
                  <a:moveTo>
                    <a:pt x="56" y="0"/>
                  </a:moveTo>
                  <a:cubicBezTo>
                    <a:pt x="34" y="0"/>
                    <a:pt x="22" y="11"/>
                    <a:pt x="11" y="11"/>
                  </a:cubicBezTo>
                  <a:lnTo>
                    <a:pt x="0" y="22"/>
                  </a:lnTo>
                  <a:lnTo>
                    <a:pt x="0" y="56"/>
                  </a:lnTo>
                  <a:cubicBezTo>
                    <a:pt x="0" y="67"/>
                    <a:pt x="0" y="67"/>
                    <a:pt x="11" y="78"/>
                  </a:cubicBezTo>
                  <a:cubicBezTo>
                    <a:pt x="11" y="89"/>
                    <a:pt x="22" y="89"/>
                    <a:pt x="34" y="89"/>
                  </a:cubicBezTo>
                  <a:cubicBezTo>
                    <a:pt x="56" y="89"/>
                    <a:pt x="56" y="111"/>
                    <a:pt x="67" y="111"/>
                  </a:cubicBezTo>
                  <a:lnTo>
                    <a:pt x="111" y="111"/>
                  </a:lnTo>
                  <a:cubicBezTo>
                    <a:pt x="133" y="111"/>
                    <a:pt x="133" y="89"/>
                    <a:pt x="145" y="78"/>
                  </a:cubicBezTo>
                  <a:lnTo>
                    <a:pt x="145" y="56"/>
                  </a:lnTo>
                  <a:cubicBezTo>
                    <a:pt x="145" y="56"/>
                    <a:pt x="145" y="33"/>
                    <a:pt x="133" y="33"/>
                  </a:cubicBezTo>
                  <a:lnTo>
                    <a:pt x="111" y="11"/>
                  </a:lnTo>
                  <a:cubicBezTo>
                    <a:pt x="111" y="0"/>
                    <a:pt x="89" y="0"/>
                    <a:pt x="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g3b69b6c9aee_0_77"/>
            <p:cNvSpPr/>
            <p:nvPr/>
          </p:nvSpPr>
          <p:spPr>
            <a:xfrm>
              <a:off x="5761000" y="2269275"/>
              <a:ext cx="493900" cy="174825"/>
            </a:xfrm>
            <a:custGeom>
              <a:avLst/>
              <a:gdLst/>
              <a:ahLst/>
              <a:cxnLst/>
              <a:rect l="l" t="t" r="r" b="b"/>
              <a:pathLst>
                <a:path w="19756" h="6993" extrusionOk="0">
                  <a:moveTo>
                    <a:pt x="5938" y="1"/>
                  </a:moveTo>
                  <a:lnTo>
                    <a:pt x="9534" y="2720"/>
                  </a:lnTo>
                  <a:lnTo>
                    <a:pt x="1" y="1710"/>
                  </a:lnTo>
                  <a:lnTo>
                    <a:pt x="1" y="1710"/>
                  </a:lnTo>
                  <a:cubicBezTo>
                    <a:pt x="112" y="1832"/>
                    <a:pt x="234" y="1943"/>
                    <a:pt x="367" y="2043"/>
                  </a:cubicBezTo>
                  <a:lnTo>
                    <a:pt x="9711" y="3031"/>
                  </a:lnTo>
                  <a:cubicBezTo>
                    <a:pt x="8890" y="3808"/>
                    <a:pt x="8091" y="4607"/>
                    <a:pt x="7281" y="5395"/>
                  </a:cubicBezTo>
                  <a:cubicBezTo>
                    <a:pt x="7392" y="5428"/>
                    <a:pt x="7492" y="5472"/>
                    <a:pt x="7603" y="5494"/>
                  </a:cubicBezTo>
                  <a:cubicBezTo>
                    <a:pt x="8424" y="4695"/>
                    <a:pt x="9223" y="3896"/>
                    <a:pt x="10044" y="3108"/>
                  </a:cubicBezTo>
                  <a:lnTo>
                    <a:pt x="14461" y="6948"/>
                  </a:lnTo>
                  <a:lnTo>
                    <a:pt x="14961" y="6993"/>
                  </a:lnTo>
                  <a:lnTo>
                    <a:pt x="10655" y="3253"/>
                  </a:lnTo>
                  <a:lnTo>
                    <a:pt x="10655" y="3253"/>
                  </a:lnTo>
                  <a:lnTo>
                    <a:pt x="19711" y="5983"/>
                  </a:lnTo>
                  <a:cubicBezTo>
                    <a:pt x="19755" y="5894"/>
                    <a:pt x="19744" y="5783"/>
                    <a:pt x="19722" y="5694"/>
                  </a:cubicBezTo>
                  <a:lnTo>
                    <a:pt x="10366" y="2864"/>
                  </a:lnTo>
                  <a:lnTo>
                    <a:pt x="12320" y="1333"/>
                  </a:lnTo>
                  <a:cubicBezTo>
                    <a:pt x="12209" y="1288"/>
                    <a:pt x="12098" y="1266"/>
                    <a:pt x="11975" y="1222"/>
                  </a:cubicBezTo>
                  <a:lnTo>
                    <a:pt x="10044" y="2731"/>
                  </a:lnTo>
                  <a:lnTo>
                    <a:pt x="6504" y="56"/>
                  </a:lnTo>
                  <a:cubicBezTo>
                    <a:pt x="6316" y="34"/>
                    <a:pt x="6138" y="12"/>
                    <a:pt x="5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g3b69b6c9aee_0_77"/>
            <p:cNvSpPr/>
            <p:nvPr/>
          </p:nvSpPr>
          <p:spPr>
            <a:xfrm>
              <a:off x="5914713" y="2358888"/>
              <a:ext cx="61900" cy="26475"/>
            </a:xfrm>
            <a:custGeom>
              <a:avLst/>
              <a:gdLst/>
              <a:ahLst/>
              <a:cxnLst/>
              <a:rect l="l" t="t" r="r" b="b"/>
              <a:pathLst>
                <a:path w="2476" h="1059" extrusionOk="0">
                  <a:moveTo>
                    <a:pt x="758" y="1"/>
                  </a:moveTo>
                  <a:cubicBezTo>
                    <a:pt x="533" y="1"/>
                    <a:pt x="307" y="37"/>
                    <a:pt x="134" y="167"/>
                  </a:cubicBezTo>
                  <a:cubicBezTo>
                    <a:pt x="56" y="233"/>
                    <a:pt x="1" y="333"/>
                    <a:pt x="12" y="444"/>
                  </a:cubicBezTo>
                  <a:cubicBezTo>
                    <a:pt x="23" y="522"/>
                    <a:pt x="78" y="600"/>
                    <a:pt x="145" y="655"/>
                  </a:cubicBezTo>
                  <a:cubicBezTo>
                    <a:pt x="189" y="688"/>
                    <a:pt x="234" y="722"/>
                    <a:pt x="278" y="744"/>
                  </a:cubicBezTo>
                  <a:cubicBezTo>
                    <a:pt x="605" y="972"/>
                    <a:pt x="1109" y="1058"/>
                    <a:pt x="1522" y="1058"/>
                  </a:cubicBezTo>
                  <a:cubicBezTo>
                    <a:pt x="1571" y="1058"/>
                    <a:pt x="1619" y="1057"/>
                    <a:pt x="1665" y="1055"/>
                  </a:cubicBezTo>
                  <a:cubicBezTo>
                    <a:pt x="1865" y="1044"/>
                    <a:pt x="2142" y="999"/>
                    <a:pt x="2287" y="833"/>
                  </a:cubicBezTo>
                  <a:cubicBezTo>
                    <a:pt x="2475" y="622"/>
                    <a:pt x="2287" y="411"/>
                    <a:pt x="2087" y="322"/>
                  </a:cubicBezTo>
                  <a:cubicBezTo>
                    <a:pt x="1787" y="167"/>
                    <a:pt x="1454" y="67"/>
                    <a:pt x="1110" y="23"/>
                  </a:cubicBezTo>
                  <a:cubicBezTo>
                    <a:pt x="998" y="11"/>
                    <a:pt x="878" y="1"/>
                    <a:pt x="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g3b69b6c9aee_0_77"/>
            <p:cNvSpPr/>
            <p:nvPr/>
          </p:nvSpPr>
          <p:spPr>
            <a:xfrm>
              <a:off x="5863675" y="2351400"/>
              <a:ext cx="85475" cy="5575"/>
            </a:xfrm>
            <a:custGeom>
              <a:avLst/>
              <a:gdLst/>
              <a:ahLst/>
              <a:cxnLst/>
              <a:rect l="l" t="t" r="r" b="b"/>
              <a:pathLst>
                <a:path w="3419" h="223" fill="none" extrusionOk="0">
                  <a:moveTo>
                    <a:pt x="0" y="223"/>
                  </a:moveTo>
                  <a:cubicBezTo>
                    <a:pt x="1110" y="112"/>
                    <a:pt x="2164" y="134"/>
                    <a:pt x="34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g3b69b6c9aee_0_77"/>
            <p:cNvSpPr/>
            <p:nvPr/>
          </p:nvSpPr>
          <p:spPr>
            <a:xfrm>
              <a:off x="5861725" y="2284825"/>
              <a:ext cx="79375" cy="37475"/>
            </a:xfrm>
            <a:custGeom>
              <a:avLst/>
              <a:gdLst/>
              <a:ahLst/>
              <a:cxnLst/>
              <a:rect l="l" t="t" r="r" b="b"/>
              <a:pathLst>
                <a:path w="3175" h="1499" fill="none" extrusionOk="0">
                  <a:moveTo>
                    <a:pt x="0" y="0"/>
                  </a:moveTo>
                  <a:cubicBezTo>
                    <a:pt x="1055" y="500"/>
                    <a:pt x="2120" y="999"/>
                    <a:pt x="3174" y="14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g3b69b6c9aee_0_77"/>
            <p:cNvSpPr/>
            <p:nvPr/>
          </p:nvSpPr>
          <p:spPr>
            <a:xfrm>
              <a:off x="5933850" y="2308400"/>
              <a:ext cx="23625" cy="15025"/>
            </a:xfrm>
            <a:custGeom>
              <a:avLst/>
              <a:gdLst/>
              <a:ahLst/>
              <a:cxnLst/>
              <a:rect l="l" t="t" r="r" b="b"/>
              <a:pathLst>
                <a:path w="945" h="601" fill="none" extrusionOk="0">
                  <a:moveTo>
                    <a:pt x="1" y="1"/>
                  </a:moveTo>
                  <a:cubicBezTo>
                    <a:pt x="323" y="201"/>
                    <a:pt x="633" y="389"/>
                    <a:pt x="944" y="6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g3b69b6c9aee_0_77"/>
            <p:cNvSpPr/>
            <p:nvPr/>
          </p:nvSpPr>
          <p:spPr>
            <a:xfrm>
              <a:off x="6040950" y="2332000"/>
              <a:ext cx="71600" cy="11675"/>
            </a:xfrm>
            <a:custGeom>
              <a:avLst/>
              <a:gdLst/>
              <a:ahLst/>
              <a:cxnLst/>
              <a:rect l="l" t="t" r="r" b="b"/>
              <a:pathLst>
                <a:path w="2864" h="467" fill="none" extrusionOk="0">
                  <a:moveTo>
                    <a:pt x="2864" y="0"/>
                  </a:moveTo>
                  <a:cubicBezTo>
                    <a:pt x="1898" y="155"/>
                    <a:pt x="955" y="311"/>
                    <a:pt x="1" y="4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g3b69b6c9aee_0_77"/>
            <p:cNvSpPr/>
            <p:nvPr/>
          </p:nvSpPr>
          <p:spPr>
            <a:xfrm>
              <a:off x="6043450" y="2328650"/>
              <a:ext cx="15850" cy="7525"/>
            </a:xfrm>
            <a:custGeom>
              <a:avLst/>
              <a:gdLst/>
              <a:ahLst/>
              <a:cxnLst/>
              <a:rect l="l" t="t" r="r" b="b"/>
              <a:pathLst>
                <a:path w="634" h="301" fill="none" extrusionOk="0">
                  <a:moveTo>
                    <a:pt x="633" y="1"/>
                  </a:moveTo>
                  <a:cubicBezTo>
                    <a:pt x="622" y="12"/>
                    <a:pt x="611" y="12"/>
                    <a:pt x="600" y="23"/>
                  </a:cubicBezTo>
                  <a:cubicBezTo>
                    <a:pt x="400" y="123"/>
                    <a:pt x="211" y="223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g3b69b6c9aee_0_77"/>
            <p:cNvSpPr/>
            <p:nvPr/>
          </p:nvSpPr>
          <p:spPr>
            <a:xfrm>
              <a:off x="6006000" y="2296750"/>
              <a:ext cx="3350" cy="32500"/>
            </a:xfrm>
            <a:custGeom>
              <a:avLst/>
              <a:gdLst/>
              <a:ahLst/>
              <a:cxnLst/>
              <a:rect l="l" t="t" r="r" b="b"/>
              <a:pathLst>
                <a:path w="134" h="1300" fill="none" extrusionOk="0">
                  <a:moveTo>
                    <a:pt x="0" y="1"/>
                  </a:moveTo>
                  <a:cubicBezTo>
                    <a:pt x="22" y="445"/>
                    <a:pt x="67" y="877"/>
                    <a:pt x="133" y="129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g3b69b6c9aee_0_77"/>
            <p:cNvSpPr/>
            <p:nvPr/>
          </p:nvSpPr>
          <p:spPr>
            <a:xfrm>
              <a:off x="6016825" y="2309800"/>
              <a:ext cx="7225" cy="15825"/>
            </a:xfrm>
            <a:custGeom>
              <a:avLst/>
              <a:gdLst/>
              <a:ahLst/>
              <a:cxnLst/>
              <a:rect l="l" t="t" r="r" b="b"/>
              <a:pathLst>
                <a:path w="289" h="633" fill="none" extrusionOk="0">
                  <a:moveTo>
                    <a:pt x="289" y="0"/>
                  </a:moveTo>
                  <a:lnTo>
                    <a:pt x="0" y="633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g3b69b6c9aee_0_77"/>
            <p:cNvSpPr/>
            <p:nvPr/>
          </p:nvSpPr>
          <p:spPr>
            <a:xfrm>
              <a:off x="6014325" y="2365850"/>
              <a:ext cx="29425" cy="59950"/>
            </a:xfrm>
            <a:custGeom>
              <a:avLst/>
              <a:gdLst/>
              <a:ahLst/>
              <a:cxnLst/>
              <a:rect l="l" t="t" r="r" b="b"/>
              <a:pathLst>
                <a:path w="1177" h="2398" fill="none" extrusionOk="0">
                  <a:moveTo>
                    <a:pt x="0" y="0"/>
                  </a:moveTo>
                  <a:cubicBezTo>
                    <a:pt x="389" y="799"/>
                    <a:pt x="788" y="1587"/>
                    <a:pt x="1177" y="239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3b69b6c9aee_0_77"/>
            <p:cNvSpPr/>
            <p:nvPr/>
          </p:nvSpPr>
          <p:spPr>
            <a:xfrm>
              <a:off x="6000175" y="2372225"/>
              <a:ext cx="5000" cy="14725"/>
            </a:xfrm>
            <a:custGeom>
              <a:avLst/>
              <a:gdLst/>
              <a:ahLst/>
              <a:cxnLst/>
              <a:rect l="l" t="t" r="r" b="b"/>
              <a:pathLst>
                <a:path w="200" h="589" fill="none" extrusionOk="0">
                  <a:moveTo>
                    <a:pt x="200" y="0"/>
                  </a:moveTo>
                  <a:lnTo>
                    <a:pt x="0" y="588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g3b69b6c9aee_0_77"/>
            <p:cNvSpPr/>
            <p:nvPr/>
          </p:nvSpPr>
          <p:spPr>
            <a:xfrm>
              <a:off x="6089500" y="2381650"/>
              <a:ext cx="73275" cy="43025"/>
            </a:xfrm>
            <a:custGeom>
              <a:avLst/>
              <a:gdLst/>
              <a:ahLst/>
              <a:cxnLst/>
              <a:rect l="l" t="t" r="r" b="b"/>
              <a:pathLst>
                <a:path w="2931" h="1721" fill="none" extrusionOk="0">
                  <a:moveTo>
                    <a:pt x="1" y="1"/>
                  </a:moveTo>
                  <a:cubicBezTo>
                    <a:pt x="977" y="567"/>
                    <a:pt x="1954" y="1133"/>
                    <a:pt x="2931" y="172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3b69b6c9aee_0_77"/>
            <p:cNvSpPr/>
            <p:nvPr/>
          </p:nvSpPr>
          <p:spPr>
            <a:xfrm>
              <a:off x="6154425" y="2407450"/>
              <a:ext cx="28875" cy="13075"/>
            </a:xfrm>
            <a:custGeom>
              <a:avLst/>
              <a:gdLst/>
              <a:ahLst/>
              <a:cxnLst/>
              <a:rect l="l" t="t" r="r" b="b"/>
              <a:pathLst>
                <a:path w="1155" h="523" fill="none" extrusionOk="0">
                  <a:moveTo>
                    <a:pt x="1" y="1"/>
                  </a:moveTo>
                  <a:cubicBezTo>
                    <a:pt x="378" y="189"/>
                    <a:pt x="766" y="356"/>
                    <a:pt x="1155" y="52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3b69b6c9aee_0_77"/>
            <p:cNvSpPr/>
            <p:nvPr/>
          </p:nvSpPr>
          <p:spPr>
            <a:xfrm>
              <a:off x="5805350" y="2294650"/>
              <a:ext cx="46400" cy="12275"/>
            </a:xfrm>
            <a:custGeom>
              <a:avLst/>
              <a:gdLst/>
              <a:ahLst/>
              <a:cxnLst/>
              <a:rect l="l" t="t" r="r" b="b"/>
              <a:pathLst>
                <a:path w="1856" h="491" extrusionOk="0">
                  <a:moveTo>
                    <a:pt x="510" y="0"/>
                  </a:moveTo>
                  <a:cubicBezTo>
                    <a:pt x="258" y="0"/>
                    <a:pt x="1" y="42"/>
                    <a:pt x="213" y="207"/>
                  </a:cubicBezTo>
                  <a:cubicBezTo>
                    <a:pt x="280" y="262"/>
                    <a:pt x="380" y="296"/>
                    <a:pt x="480" y="318"/>
                  </a:cubicBezTo>
                  <a:cubicBezTo>
                    <a:pt x="762" y="395"/>
                    <a:pt x="1103" y="490"/>
                    <a:pt x="1407" y="490"/>
                  </a:cubicBezTo>
                  <a:cubicBezTo>
                    <a:pt x="1450" y="490"/>
                    <a:pt x="1493" y="488"/>
                    <a:pt x="1534" y="484"/>
                  </a:cubicBezTo>
                  <a:cubicBezTo>
                    <a:pt x="1645" y="473"/>
                    <a:pt x="1856" y="440"/>
                    <a:pt x="1800" y="296"/>
                  </a:cubicBezTo>
                  <a:cubicBezTo>
                    <a:pt x="1767" y="207"/>
                    <a:pt x="1534" y="140"/>
                    <a:pt x="1445" y="129"/>
                  </a:cubicBezTo>
                  <a:cubicBezTo>
                    <a:pt x="1257" y="51"/>
                    <a:pt x="1057" y="40"/>
                    <a:pt x="857" y="29"/>
                  </a:cubicBezTo>
                  <a:cubicBezTo>
                    <a:pt x="819" y="16"/>
                    <a:pt x="666" y="0"/>
                    <a:pt x="5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g3b69b6c9aee_0_77"/>
            <p:cNvSpPr/>
            <p:nvPr/>
          </p:nvSpPr>
          <p:spPr>
            <a:xfrm>
              <a:off x="5970200" y="2387275"/>
              <a:ext cx="18175" cy="19650"/>
            </a:xfrm>
            <a:custGeom>
              <a:avLst/>
              <a:gdLst/>
              <a:ahLst/>
              <a:cxnLst/>
              <a:rect l="l" t="t" r="r" b="b"/>
              <a:pathLst>
                <a:path w="727" h="786" extrusionOk="0">
                  <a:moveTo>
                    <a:pt x="563" y="0"/>
                  </a:moveTo>
                  <a:cubicBezTo>
                    <a:pt x="547" y="0"/>
                    <a:pt x="529" y="3"/>
                    <a:pt x="511" y="9"/>
                  </a:cubicBezTo>
                  <a:cubicBezTo>
                    <a:pt x="289" y="64"/>
                    <a:pt x="167" y="342"/>
                    <a:pt x="67" y="541"/>
                  </a:cubicBezTo>
                  <a:cubicBezTo>
                    <a:pt x="56" y="552"/>
                    <a:pt x="56" y="564"/>
                    <a:pt x="45" y="597"/>
                  </a:cubicBezTo>
                  <a:cubicBezTo>
                    <a:pt x="12" y="663"/>
                    <a:pt x="1" y="786"/>
                    <a:pt x="112" y="786"/>
                  </a:cubicBezTo>
                  <a:cubicBezTo>
                    <a:pt x="145" y="786"/>
                    <a:pt x="167" y="774"/>
                    <a:pt x="178" y="774"/>
                  </a:cubicBezTo>
                  <a:cubicBezTo>
                    <a:pt x="389" y="675"/>
                    <a:pt x="600" y="441"/>
                    <a:pt x="678" y="231"/>
                  </a:cubicBezTo>
                  <a:cubicBezTo>
                    <a:pt x="726" y="124"/>
                    <a:pt x="673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g3b69b6c9aee_0_77"/>
            <p:cNvSpPr/>
            <p:nvPr/>
          </p:nvSpPr>
          <p:spPr>
            <a:xfrm>
              <a:off x="6096450" y="2345625"/>
              <a:ext cx="47175" cy="13650"/>
            </a:xfrm>
            <a:custGeom>
              <a:avLst/>
              <a:gdLst/>
              <a:ahLst/>
              <a:cxnLst/>
              <a:rect l="l" t="t" r="r" b="b"/>
              <a:pathLst>
                <a:path w="1887" h="546" extrusionOk="0">
                  <a:moveTo>
                    <a:pt x="399" y="0"/>
                  </a:moveTo>
                  <a:cubicBezTo>
                    <a:pt x="329" y="0"/>
                    <a:pt x="261" y="8"/>
                    <a:pt x="200" y="32"/>
                  </a:cubicBezTo>
                  <a:cubicBezTo>
                    <a:pt x="0" y="77"/>
                    <a:pt x="100" y="265"/>
                    <a:pt x="222" y="343"/>
                  </a:cubicBezTo>
                  <a:cubicBezTo>
                    <a:pt x="333" y="421"/>
                    <a:pt x="511" y="432"/>
                    <a:pt x="644" y="454"/>
                  </a:cubicBezTo>
                  <a:cubicBezTo>
                    <a:pt x="924" y="519"/>
                    <a:pt x="1204" y="545"/>
                    <a:pt x="1491" y="545"/>
                  </a:cubicBezTo>
                  <a:cubicBezTo>
                    <a:pt x="1545" y="545"/>
                    <a:pt x="1599" y="544"/>
                    <a:pt x="1654" y="543"/>
                  </a:cubicBezTo>
                  <a:cubicBezTo>
                    <a:pt x="1731" y="543"/>
                    <a:pt x="1842" y="509"/>
                    <a:pt x="1865" y="432"/>
                  </a:cubicBezTo>
                  <a:cubicBezTo>
                    <a:pt x="1887" y="332"/>
                    <a:pt x="1776" y="265"/>
                    <a:pt x="1698" y="232"/>
                  </a:cubicBezTo>
                  <a:cubicBezTo>
                    <a:pt x="1332" y="99"/>
                    <a:pt x="955" y="54"/>
                    <a:pt x="566" y="10"/>
                  </a:cubicBezTo>
                  <a:cubicBezTo>
                    <a:pt x="512" y="5"/>
                    <a:pt x="455" y="0"/>
                    <a:pt x="3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3" name="Google Shape;1613;g3b69b6c9aee_0_77"/>
          <p:cNvSpPr txBox="1"/>
          <p:nvPr/>
        </p:nvSpPr>
        <p:spPr>
          <a:xfrm>
            <a:off x="2585850" y="3006250"/>
            <a:ext cx="41337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Any questions?</a:t>
            </a:r>
            <a:endParaRPr sz="1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trition and Healthy Eating Habits - Health - 10th grade by Slidesgo">
  <a:themeElements>
    <a:clrScheme name="Simple Light">
      <a:dk1>
        <a:srgbClr val="363636"/>
      </a:dk1>
      <a:lt1>
        <a:srgbClr val="FBF6E3"/>
      </a:lt1>
      <a:dk2>
        <a:srgbClr val="FFFFFF"/>
      </a:dk2>
      <a:lt2>
        <a:srgbClr val="056854"/>
      </a:lt2>
      <a:accent1>
        <a:srgbClr val="EFDEB4"/>
      </a:accent1>
      <a:accent2>
        <a:srgbClr val="C2CF98"/>
      </a:accent2>
      <a:accent3>
        <a:srgbClr val="62A38B"/>
      </a:accent3>
      <a:accent4>
        <a:srgbClr val="DA325D"/>
      </a:accent4>
      <a:accent5>
        <a:srgbClr val="F58A5E"/>
      </a:accent5>
      <a:accent6>
        <a:srgbClr val="F9D45F"/>
      </a:accent6>
      <a:hlink>
        <a:srgbClr val="3636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Microsoft Office PowerPoint</Application>
  <PresentationFormat>On-screen Show (16:9)</PresentationFormat>
  <Paragraphs>280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6" baseType="lpstr">
      <vt:lpstr>Arial</vt:lpstr>
      <vt:lpstr>Outfit ExtraBold</vt:lpstr>
      <vt:lpstr>DM Sans</vt:lpstr>
      <vt:lpstr>Nunito Light</vt:lpstr>
      <vt:lpstr>Outfit</vt:lpstr>
      <vt:lpstr>Bebas Neue</vt:lpstr>
      <vt:lpstr>Anaheim</vt:lpstr>
      <vt:lpstr>DM Sans Light</vt:lpstr>
      <vt:lpstr>Nutrition and Healthy Eating Habits - Health - 10th grade by Slidesgo</vt:lpstr>
      <vt:lpstr>Comparative Evaluation of YOLOv8 Models for Food Object Detection</vt:lpstr>
      <vt:lpstr>Table of contents</vt:lpstr>
      <vt:lpstr>Introduction to YOLO models</vt:lpstr>
      <vt:lpstr>YOLO Models Overview (YOLOv8)</vt:lpstr>
      <vt:lpstr>YOLO Models Architecture</vt:lpstr>
      <vt:lpstr>YOLO Models Architecture</vt:lpstr>
      <vt:lpstr>Dataset description</vt:lpstr>
      <vt:lpstr>Dataset structure and splits</vt:lpstr>
      <vt:lpstr>Images from the Food recognition 2022 dataset</vt:lpstr>
      <vt:lpstr>Images from the Food ID – Emteq dataset</vt:lpstr>
      <vt:lpstr>Evaluation Metrics</vt:lpstr>
      <vt:lpstr>Precision</vt:lpstr>
      <vt:lpstr>Recall</vt:lpstr>
      <vt:lpstr>IoU (Intersection over Union)</vt:lpstr>
      <vt:lpstr>PowerPoint Presentation</vt:lpstr>
      <vt:lpstr>Confidence threshold</vt:lpstr>
      <vt:lpstr>mAP@0.5</vt:lpstr>
      <vt:lpstr>mAP@0.5 </vt:lpstr>
      <vt:lpstr>mAP@0.5 </vt:lpstr>
      <vt:lpstr>mAP@0.5:0.95</vt:lpstr>
      <vt:lpstr>Other metrics from YOLO training</vt:lpstr>
      <vt:lpstr>General metric quality </vt:lpstr>
      <vt:lpstr>Model comparison &amp; LLM integration </vt:lpstr>
      <vt:lpstr>Model comparison </vt:lpstr>
      <vt:lpstr>Yolov8n  Qualitative Evaluation – Kaggle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Yolov8n  Qualitative Evaluation – Emteq External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Yolov8s  Qualitative Evaluation – Kaggle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Yolov8s  Qualitative Evaluation – Emteq External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Yolov8m  Qualitative Evaluation – Kaggle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Yolov8m  Qualitative Evaluation – Emteq External Test Split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 AI Backend Server</vt:lpstr>
      <vt:lpstr>Backend Technology Stack</vt:lpstr>
      <vt:lpstr>Image Analysis Pipeline</vt:lpstr>
      <vt:lpstr>Prompt Design for Food Analysis</vt:lpstr>
      <vt:lpstr>Model Output Processing</vt:lpstr>
      <vt:lpstr>Android Mobile Application Overview</vt:lpstr>
      <vt:lpstr> Image Capture and User Interaction</vt:lpstr>
      <vt:lpstr> On-Device Food Detection (YOLO)</vt:lpstr>
      <vt:lpstr>Visualization of Detection Results</vt:lpstr>
      <vt:lpstr>PowerPoint Presentation</vt:lpstr>
      <vt:lpstr>PowerPoint Presentation</vt:lpstr>
      <vt:lpstr>Communication with Local AI Server</vt:lpstr>
      <vt:lpstr>Local Data Storage</vt:lpstr>
      <vt:lpstr>Daily Log and Calorie Summary</vt:lpstr>
      <vt:lpstr>PowerPoint Presentation</vt:lpstr>
      <vt:lpstr>End-to-End Application Workflow</vt:lpstr>
      <vt:lpstr>Mobile Application Summary</vt:lpstr>
      <vt:lpstr>Conclusion </vt:lpstr>
      <vt:lpstr>Conclusions and Outlook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Naumovski</cp:lastModifiedBy>
  <cp:revision>1</cp:revision>
  <dcterms:modified xsi:type="dcterms:W3CDTF">2026-01-26T11:19:59Z</dcterms:modified>
</cp:coreProperties>
</file>